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38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2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0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7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5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4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6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55997-7D00-4F87-AB6E-3F19803DC0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7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851" y="575733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USB-C Connector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84401" y="575733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USB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6272" y="579965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5V -&gt; +/-12V Conv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6601" y="57573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5V -&gt; 5.5V Boost Converter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>
          <a:xfrm>
            <a:off x="1682750" y="990600"/>
            <a:ext cx="501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3"/>
            <a:endCxn id="7" idx="1"/>
          </p:cNvCxnSpPr>
          <p:nvPr/>
        </p:nvCxnSpPr>
        <p:spPr>
          <a:xfrm flipV="1">
            <a:off x="3543300" y="990598"/>
            <a:ext cx="1003301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41333" y="59267"/>
            <a:ext cx="4402667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 Converter Chain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575431" y="2556934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3.3VA LDO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5431" y="363220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3.3VDD LDO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31769" y="363220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1.8VDD LDO</a:t>
            </a:r>
          </a:p>
        </p:txBody>
      </p:sp>
      <p:cxnSp>
        <p:nvCxnSpPr>
          <p:cNvPr id="15" name="Elbow Connector 14"/>
          <p:cNvCxnSpPr>
            <a:stCxn id="7" idx="3"/>
            <a:endCxn id="28" idx="1"/>
          </p:cNvCxnSpPr>
          <p:nvPr/>
        </p:nvCxnSpPr>
        <p:spPr>
          <a:xfrm>
            <a:off x="5905500" y="990598"/>
            <a:ext cx="669931" cy="30564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3"/>
            <a:endCxn id="29" idx="1"/>
          </p:cNvCxnSpPr>
          <p:nvPr/>
        </p:nvCxnSpPr>
        <p:spPr>
          <a:xfrm>
            <a:off x="7934330" y="4047068"/>
            <a:ext cx="697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565101" y="575733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+/-10V 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65102" y="1553629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+/-5V LDO</a:t>
            </a:r>
          </a:p>
        </p:txBody>
      </p:sp>
      <p:cxnSp>
        <p:nvCxnSpPr>
          <p:cNvPr id="36" name="Elbow Connector 35"/>
          <p:cNvCxnSpPr>
            <a:stCxn id="6" idx="3"/>
            <a:endCxn id="33" idx="1"/>
          </p:cNvCxnSpPr>
          <p:nvPr/>
        </p:nvCxnSpPr>
        <p:spPr>
          <a:xfrm flipV="1">
            <a:off x="7895171" y="990600"/>
            <a:ext cx="669930" cy="42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6" idx="3"/>
            <a:endCxn id="34" idx="1"/>
          </p:cNvCxnSpPr>
          <p:nvPr/>
        </p:nvCxnSpPr>
        <p:spPr>
          <a:xfrm>
            <a:off x="7895171" y="994832"/>
            <a:ext cx="669931" cy="9736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2870549" y="1405467"/>
            <a:ext cx="2820" cy="74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10800000" flipV="1">
            <a:off x="2354702" y="2150528"/>
            <a:ext cx="1031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Toggle Switch</a:t>
            </a:r>
            <a:endParaRPr lang="en-US" sz="1200" dirty="0"/>
          </a:p>
        </p:txBody>
      </p:sp>
      <p:cxnSp>
        <p:nvCxnSpPr>
          <p:cNvPr id="17" name="Elbow Connector 16"/>
          <p:cNvCxnSpPr>
            <a:stCxn id="7" idx="3"/>
            <a:endCxn id="6" idx="1"/>
          </p:cNvCxnSpPr>
          <p:nvPr/>
        </p:nvCxnSpPr>
        <p:spPr>
          <a:xfrm>
            <a:off x="5905500" y="990598"/>
            <a:ext cx="630772" cy="42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7" idx="3"/>
            <a:endCxn id="23" idx="1"/>
          </p:cNvCxnSpPr>
          <p:nvPr/>
        </p:nvCxnSpPr>
        <p:spPr>
          <a:xfrm>
            <a:off x="5905500" y="990598"/>
            <a:ext cx="669931" cy="19812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75431" y="470746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5VDD LDO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31769" y="470746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3.0V LDO</a:t>
            </a:r>
          </a:p>
        </p:txBody>
      </p:sp>
      <p:cxnSp>
        <p:nvCxnSpPr>
          <p:cNvPr id="26" name="Straight Arrow Connector 25"/>
          <p:cNvCxnSpPr>
            <a:stCxn id="24" idx="3"/>
            <a:endCxn id="25" idx="1"/>
          </p:cNvCxnSpPr>
          <p:nvPr/>
        </p:nvCxnSpPr>
        <p:spPr>
          <a:xfrm>
            <a:off x="7934330" y="5122335"/>
            <a:ext cx="697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7" idx="3"/>
            <a:endCxn id="24" idx="1"/>
          </p:cNvCxnSpPr>
          <p:nvPr/>
        </p:nvCxnSpPr>
        <p:spPr>
          <a:xfrm>
            <a:off x="5905500" y="990598"/>
            <a:ext cx="669931" cy="4131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32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573448" y="791627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RCA Jack Input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3448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OPAxxxx</a:t>
            </a:r>
            <a:endParaRPr lang="en-US" sz="1200" dirty="0" smtClean="0"/>
          </a:p>
          <a:p>
            <a:pPr algn="ctr"/>
            <a:r>
              <a:rPr lang="en-US" sz="1200" dirty="0" smtClean="0"/>
              <a:t>Input buffer and DC block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167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PCM5102A DAC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0192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PGA2311 Volume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00117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OPAxxxx</a:t>
            </a:r>
            <a:endParaRPr lang="en-US" sz="1200" dirty="0" smtClean="0"/>
          </a:p>
          <a:p>
            <a:pPr algn="ctr"/>
            <a:r>
              <a:rPr lang="en-US" sz="1200" dirty="0" smtClean="0"/>
              <a:t>Bessel Low Pass Filter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44433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DSP</a:t>
            </a:r>
          </a:p>
        </p:txBody>
      </p:sp>
      <p:cxnSp>
        <p:nvCxnSpPr>
          <p:cNvPr id="38" name="Straight Arrow Connector 37"/>
          <p:cNvCxnSpPr>
            <a:stCxn id="31" idx="2"/>
            <a:endCxn id="32" idx="0"/>
          </p:cNvCxnSpPr>
          <p:nvPr/>
        </p:nvCxnSpPr>
        <p:spPr>
          <a:xfrm>
            <a:off x="1252898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2" idx="3"/>
            <a:endCxn id="35" idx="1"/>
          </p:cNvCxnSpPr>
          <p:nvPr/>
        </p:nvCxnSpPr>
        <p:spPr>
          <a:xfrm>
            <a:off x="1932347" y="2658528"/>
            <a:ext cx="367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5" idx="3"/>
            <a:endCxn id="36" idx="1"/>
          </p:cNvCxnSpPr>
          <p:nvPr/>
        </p:nvCxnSpPr>
        <p:spPr>
          <a:xfrm>
            <a:off x="3659016" y="2658528"/>
            <a:ext cx="3854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6" idx="3"/>
            <a:endCxn id="33" idx="1"/>
          </p:cNvCxnSpPr>
          <p:nvPr/>
        </p:nvCxnSpPr>
        <p:spPr>
          <a:xfrm>
            <a:off x="5403332" y="2658528"/>
            <a:ext cx="356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3" idx="3"/>
            <a:endCxn id="34" idx="1"/>
          </p:cNvCxnSpPr>
          <p:nvPr/>
        </p:nvCxnSpPr>
        <p:spPr>
          <a:xfrm>
            <a:off x="7119066" y="2658528"/>
            <a:ext cx="371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757347" y="5080460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OPAxxxx</a:t>
            </a:r>
            <a:endParaRPr lang="en-US" sz="1200" dirty="0" smtClean="0"/>
          </a:p>
          <a:p>
            <a:pPr algn="ctr"/>
            <a:r>
              <a:rPr lang="en-US" sz="1200" dirty="0" smtClean="0"/>
              <a:t>Unity Gain Non Inverting Input Buffer</a:t>
            </a:r>
          </a:p>
        </p:txBody>
      </p:sp>
      <p:cxnSp>
        <p:nvCxnSpPr>
          <p:cNvPr id="44" name="Elbow Connector 43"/>
          <p:cNvCxnSpPr>
            <a:stCxn id="33" idx="2"/>
            <a:endCxn id="43" idx="0"/>
          </p:cNvCxnSpPr>
          <p:nvPr/>
        </p:nvCxnSpPr>
        <p:spPr>
          <a:xfrm rot="5400000">
            <a:off x="5434675" y="4075517"/>
            <a:ext cx="2007065" cy="28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027323" y="5080460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ESP32 </a:t>
            </a:r>
          </a:p>
          <a:p>
            <a:pPr algn="ctr"/>
            <a:r>
              <a:rPr lang="en-US" sz="1200" dirty="0" smtClean="0"/>
              <a:t>ADC</a:t>
            </a:r>
            <a:endParaRPr lang="en-US" sz="900" dirty="0" smtClean="0"/>
          </a:p>
        </p:txBody>
      </p:sp>
      <p:cxnSp>
        <p:nvCxnSpPr>
          <p:cNvPr id="46" name="Straight Arrow Connector 45"/>
          <p:cNvCxnSpPr>
            <a:stCxn id="43" idx="1"/>
            <a:endCxn id="45" idx="3"/>
          </p:cNvCxnSpPr>
          <p:nvPr/>
        </p:nvCxnSpPr>
        <p:spPr>
          <a:xfrm flipH="1">
            <a:off x="5386222" y="5495327"/>
            <a:ext cx="371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220216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Output Stage</a:t>
            </a:r>
          </a:p>
        </p:txBody>
      </p:sp>
      <p:cxnSp>
        <p:nvCxnSpPr>
          <p:cNvPr id="50" name="Straight Arrow Connector 49"/>
          <p:cNvCxnSpPr>
            <a:stCxn id="34" idx="3"/>
            <a:endCxn id="49" idx="1"/>
          </p:cNvCxnSpPr>
          <p:nvPr/>
        </p:nvCxnSpPr>
        <p:spPr>
          <a:xfrm>
            <a:off x="8849091" y="2658528"/>
            <a:ext cx="371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893744" y="1648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Bypass</a:t>
            </a:r>
          </a:p>
        </p:txBody>
      </p:sp>
      <p:cxnSp>
        <p:nvCxnSpPr>
          <p:cNvPr id="12" name="Elbow Connector 11"/>
          <p:cNvCxnSpPr>
            <a:stCxn id="35" idx="0"/>
            <a:endCxn id="51" idx="1"/>
          </p:cNvCxnSpPr>
          <p:nvPr/>
        </p:nvCxnSpPr>
        <p:spPr>
          <a:xfrm rot="5400000" flipH="1" flipV="1">
            <a:off x="3104689" y="454607"/>
            <a:ext cx="1663933" cy="19141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51" idx="3"/>
            <a:endCxn id="34" idx="0"/>
          </p:cNvCxnSpPr>
          <p:nvPr/>
        </p:nvCxnSpPr>
        <p:spPr>
          <a:xfrm>
            <a:off x="6252643" y="579728"/>
            <a:ext cx="1916999" cy="16639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217397" y="3556227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Headphone Jack</a:t>
            </a:r>
          </a:p>
        </p:txBody>
      </p:sp>
      <p:cxnSp>
        <p:nvCxnSpPr>
          <p:cNvPr id="57" name="Straight Arrow Connector 56"/>
          <p:cNvCxnSpPr>
            <a:stCxn id="49" idx="2"/>
            <a:endCxn id="52" idx="0"/>
          </p:cNvCxnSpPr>
          <p:nvPr/>
        </p:nvCxnSpPr>
        <p:spPr>
          <a:xfrm flipH="1">
            <a:off x="9896847" y="3073395"/>
            <a:ext cx="2819" cy="48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246497" y="5080460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OLED Display</a:t>
            </a:r>
            <a:endParaRPr lang="en-US" sz="900" dirty="0" smtClean="0"/>
          </a:p>
        </p:txBody>
      </p:sp>
      <p:sp>
        <p:nvSpPr>
          <p:cNvPr id="63" name="Rectangle 62"/>
          <p:cNvSpPr/>
          <p:nvPr/>
        </p:nvSpPr>
        <p:spPr>
          <a:xfrm>
            <a:off x="4061367" y="383585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EEPROM</a:t>
            </a:r>
          </a:p>
        </p:txBody>
      </p:sp>
      <p:cxnSp>
        <p:nvCxnSpPr>
          <p:cNvPr id="65" name="Straight Arrow Connector 64"/>
          <p:cNvCxnSpPr>
            <a:stCxn id="63" idx="0"/>
            <a:endCxn id="36" idx="2"/>
          </p:cNvCxnSpPr>
          <p:nvPr/>
        </p:nvCxnSpPr>
        <p:spPr>
          <a:xfrm flipH="1" flipV="1">
            <a:off x="4723883" y="3073395"/>
            <a:ext cx="16934" cy="762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6252643" y="359595"/>
            <a:ext cx="2137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877174" y="144656"/>
            <a:ext cx="1031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Toggle Switch</a:t>
            </a:r>
            <a:endParaRPr lang="en-US" sz="12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49699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51223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2747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259231" y="1688062"/>
            <a:ext cx="17518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</a:t>
            </a:r>
            <a:r>
              <a:rPr lang="en-US" sz="1200" dirty="0" smtClean="0"/>
              <a:t>x rotary potentiometers</a:t>
            </a:r>
            <a:endParaRPr lang="en-US" sz="1200" dirty="0"/>
          </a:p>
        </p:txBody>
      </p:sp>
      <p:cxnSp>
        <p:nvCxnSpPr>
          <p:cNvPr id="77" name="Straight Arrow Connector 76"/>
          <p:cNvCxnSpPr>
            <a:stCxn id="45" idx="1"/>
            <a:endCxn id="62" idx="3"/>
          </p:cNvCxnSpPr>
          <p:nvPr/>
        </p:nvCxnSpPr>
        <p:spPr>
          <a:xfrm flipH="1">
            <a:off x="3605396" y="5495327"/>
            <a:ext cx="421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609815" y="5207861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I2C</a:t>
            </a:r>
            <a:endParaRPr lang="en-US" sz="1200" dirty="0"/>
          </a:p>
        </p:txBody>
      </p:sp>
      <p:cxnSp>
        <p:nvCxnSpPr>
          <p:cNvPr id="80" name="Elbow Connector 79"/>
          <p:cNvCxnSpPr>
            <a:stCxn id="45" idx="2"/>
            <a:endCxn id="34" idx="2"/>
          </p:cNvCxnSpPr>
          <p:nvPr/>
        </p:nvCxnSpPr>
        <p:spPr>
          <a:xfrm rot="5400000" flipH="1" flipV="1">
            <a:off x="5019807" y="2760360"/>
            <a:ext cx="2836799" cy="3462869"/>
          </a:xfrm>
          <a:prstGeom prst="bentConnector3">
            <a:avLst>
              <a:gd name="adj1" fmla="val -80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703952" y="5866144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SPI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2246497" y="383585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York Audio Module</a:t>
            </a:r>
            <a:endParaRPr lang="en-US" sz="900" dirty="0" smtClean="0"/>
          </a:p>
        </p:txBody>
      </p:sp>
      <p:cxnSp>
        <p:nvCxnSpPr>
          <p:cNvPr id="4" name="Elbow Connector 3"/>
          <p:cNvCxnSpPr>
            <a:stCxn id="47" idx="0"/>
            <a:endCxn id="36" idx="2"/>
          </p:cNvCxnSpPr>
          <p:nvPr/>
        </p:nvCxnSpPr>
        <p:spPr>
          <a:xfrm rot="5400000" flipH="1" flipV="1">
            <a:off x="3443684" y="2555659"/>
            <a:ext cx="762463" cy="17979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110282" y="3211262"/>
            <a:ext cx="644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I2C, I2S</a:t>
            </a:r>
            <a:endParaRPr lang="en-US" sz="12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48175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42841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58371" y="1759229"/>
            <a:ext cx="1191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1x toggle switch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1398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7" y="215763"/>
            <a:ext cx="8803077" cy="66422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84604" y="893252"/>
            <a:ext cx="1358899" cy="24130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RCA Jack Input 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9603" y="819108"/>
            <a:ext cx="648588" cy="24130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usbc</a:t>
            </a:r>
            <a:endParaRPr lang="en-US" sz="12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2649292" y="1246962"/>
            <a:ext cx="1358899" cy="685800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ON/OFF Switch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9616" y="2252641"/>
            <a:ext cx="1358899" cy="342911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Boost Converter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6299" y="3269224"/>
            <a:ext cx="634113" cy="52076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3.3VA LDO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7971" y="3728101"/>
            <a:ext cx="634113" cy="48829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 LDO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969" y="1469241"/>
            <a:ext cx="1623823" cy="1181100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+/-12V Switcher</a:t>
            </a:r>
          </a:p>
          <a:p>
            <a:pPr algn="ctr"/>
            <a:r>
              <a:rPr lang="en-US" sz="1200" dirty="0" smtClean="0"/>
              <a:t>TPS65131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7193" y="969400"/>
            <a:ext cx="1094317" cy="127692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+/-5V 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732" y="3714750"/>
            <a:ext cx="815211" cy="780364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+/-10V 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5938" y="1246962"/>
            <a:ext cx="1736998" cy="1061852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Input Stage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9215" y="2337362"/>
            <a:ext cx="1736998" cy="625958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Analog Switches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362" y="3038476"/>
            <a:ext cx="1071394" cy="627063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PGA2311 Volume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2333" y="2963320"/>
            <a:ext cx="1377474" cy="169915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Output Stage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9193" y="2170632"/>
            <a:ext cx="1676742" cy="1544118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DSP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2634" y="2475461"/>
            <a:ext cx="990054" cy="75775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PCM5102 DAC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2468" y="2700064"/>
            <a:ext cx="1228725" cy="2670191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ESP32 Module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769" y="3714750"/>
            <a:ext cx="1470736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York USB Module Connector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867" y="3724007"/>
            <a:ext cx="885228" cy="72390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Reset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9487" y="3388321"/>
            <a:ext cx="887964" cy="39569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SPI Level Shifter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69405" y="4958536"/>
            <a:ext cx="473075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3.0V LDO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0197" y="3282927"/>
            <a:ext cx="473075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1.8V LDO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29300" y="2761851"/>
            <a:ext cx="634113" cy="48829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5.0V LDO</a:t>
            </a:r>
          </a:p>
        </p:txBody>
      </p:sp>
    </p:spTree>
    <p:extLst>
      <p:ext uri="{BB962C8B-B14F-4D97-AF65-F5344CB8AC3E}">
        <p14:creationId xmlns:p14="http://schemas.microsoft.com/office/powerpoint/2010/main" val="3200492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919" y="0"/>
            <a:ext cx="8812161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84604" y="893252"/>
            <a:ext cx="1358899" cy="24130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RCA Jack Input 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9603" y="819108"/>
            <a:ext cx="648588" cy="24130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usbc</a:t>
            </a:r>
            <a:endParaRPr lang="en-US" sz="12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1959616" y="2252641"/>
            <a:ext cx="1358899" cy="342911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Boost Converter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0288" y="2699072"/>
            <a:ext cx="634113" cy="52076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3.3VA LDO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9778" y="3227248"/>
            <a:ext cx="634113" cy="48829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 LDO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969" y="1469241"/>
            <a:ext cx="1623823" cy="1181100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+/-12V Switcher</a:t>
            </a:r>
          </a:p>
          <a:p>
            <a:pPr algn="ctr"/>
            <a:r>
              <a:rPr lang="en-US" sz="1200" dirty="0" smtClean="0"/>
              <a:t>TPS65131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7193" y="969400"/>
            <a:ext cx="1094317" cy="127692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+/-5V 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732" y="3714750"/>
            <a:ext cx="815211" cy="780364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+/-10V 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5938" y="1246962"/>
            <a:ext cx="1736998" cy="1061852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Input Stage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9215" y="2337362"/>
            <a:ext cx="1736998" cy="625958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Bypass Jumpers</a:t>
            </a:r>
            <a:endParaRPr lang="en-US" sz="1200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7662362" y="3038476"/>
            <a:ext cx="1071394" cy="627063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PGA2311 Volume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2333" y="2963320"/>
            <a:ext cx="1377474" cy="169915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Output Stage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9193" y="2170632"/>
            <a:ext cx="1676742" cy="1544118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DSP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2634" y="2475461"/>
            <a:ext cx="990054" cy="75775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PCM5102 DAC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1190" y="2675079"/>
            <a:ext cx="1228725" cy="2670191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ESP32 Module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769" y="3714750"/>
            <a:ext cx="1470736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York USB Module Connector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867" y="3724007"/>
            <a:ext cx="885228" cy="72390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Reset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9487" y="3388321"/>
            <a:ext cx="887964" cy="39569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SPI Level Shifter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29014" y="4825211"/>
            <a:ext cx="473075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3.0V LDO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0197" y="3282927"/>
            <a:ext cx="473075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1.8V LDO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0288" y="3766026"/>
            <a:ext cx="634113" cy="48829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5.0V LDO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649292" y="1246962"/>
            <a:ext cx="1358899" cy="685800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ON/OFF Switch</a:t>
            </a:r>
          </a:p>
        </p:txBody>
      </p:sp>
    </p:spTree>
    <p:extLst>
      <p:ext uri="{BB962C8B-B14F-4D97-AF65-F5344CB8AC3E}">
        <p14:creationId xmlns:p14="http://schemas.microsoft.com/office/powerpoint/2010/main" val="153049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919" y="0"/>
            <a:ext cx="8812161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5748867" y="1363133"/>
            <a:ext cx="3386666" cy="2015067"/>
          </a:xfrm>
          <a:custGeom>
            <a:avLst/>
            <a:gdLst>
              <a:gd name="connsiteX0" fmla="*/ 3386666 w 3386666"/>
              <a:gd name="connsiteY0" fmla="*/ 0 h 2015067"/>
              <a:gd name="connsiteX1" fmla="*/ 3378200 w 3386666"/>
              <a:gd name="connsiteY1" fmla="*/ 42334 h 2015067"/>
              <a:gd name="connsiteX2" fmla="*/ 3369733 w 3386666"/>
              <a:gd name="connsiteY2" fmla="*/ 76200 h 2015067"/>
              <a:gd name="connsiteX3" fmla="*/ 3344333 w 3386666"/>
              <a:gd name="connsiteY3" fmla="*/ 279400 h 2015067"/>
              <a:gd name="connsiteX4" fmla="*/ 3335866 w 3386666"/>
              <a:gd name="connsiteY4" fmla="*/ 364067 h 2015067"/>
              <a:gd name="connsiteX5" fmla="*/ 3318933 w 3386666"/>
              <a:gd name="connsiteY5" fmla="*/ 465667 h 2015067"/>
              <a:gd name="connsiteX6" fmla="*/ 3293533 w 3386666"/>
              <a:gd name="connsiteY6" fmla="*/ 601134 h 2015067"/>
              <a:gd name="connsiteX7" fmla="*/ 3285066 w 3386666"/>
              <a:gd name="connsiteY7" fmla="*/ 753534 h 2015067"/>
              <a:gd name="connsiteX8" fmla="*/ 3259666 w 3386666"/>
              <a:gd name="connsiteY8" fmla="*/ 1016000 h 2015067"/>
              <a:gd name="connsiteX9" fmla="*/ 3242733 w 3386666"/>
              <a:gd name="connsiteY9" fmla="*/ 1075267 h 2015067"/>
              <a:gd name="connsiteX10" fmla="*/ 3225800 w 3386666"/>
              <a:gd name="connsiteY10" fmla="*/ 1159934 h 2015067"/>
              <a:gd name="connsiteX11" fmla="*/ 3208866 w 3386666"/>
              <a:gd name="connsiteY11" fmla="*/ 1244600 h 2015067"/>
              <a:gd name="connsiteX12" fmla="*/ 3175000 w 3386666"/>
              <a:gd name="connsiteY12" fmla="*/ 1388534 h 2015067"/>
              <a:gd name="connsiteX13" fmla="*/ 3149600 w 3386666"/>
              <a:gd name="connsiteY13" fmla="*/ 1447800 h 2015067"/>
              <a:gd name="connsiteX14" fmla="*/ 3124200 w 3386666"/>
              <a:gd name="connsiteY14" fmla="*/ 1464734 h 2015067"/>
              <a:gd name="connsiteX15" fmla="*/ 3107266 w 3386666"/>
              <a:gd name="connsiteY15" fmla="*/ 1481667 h 2015067"/>
              <a:gd name="connsiteX16" fmla="*/ 3048000 w 3386666"/>
              <a:gd name="connsiteY16" fmla="*/ 1524000 h 2015067"/>
              <a:gd name="connsiteX17" fmla="*/ 3014133 w 3386666"/>
              <a:gd name="connsiteY17" fmla="*/ 1532467 h 2015067"/>
              <a:gd name="connsiteX18" fmla="*/ 2997200 w 3386666"/>
              <a:gd name="connsiteY18" fmla="*/ 1557867 h 2015067"/>
              <a:gd name="connsiteX19" fmla="*/ 2929466 w 3386666"/>
              <a:gd name="connsiteY19" fmla="*/ 1574800 h 2015067"/>
              <a:gd name="connsiteX20" fmla="*/ 2802466 w 3386666"/>
              <a:gd name="connsiteY20" fmla="*/ 1566334 h 2015067"/>
              <a:gd name="connsiteX21" fmla="*/ 2734733 w 3386666"/>
              <a:gd name="connsiteY21" fmla="*/ 1532467 h 2015067"/>
              <a:gd name="connsiteX22" fmla="*/ 2709333 w 3386666"/>
              <a:gd name="connsiteY22" fmla="*/ 1507067 h 2015067"/>
              <a:gd name="connsiteX23" fmla="*/ 2675466 w 3386666"/>
              <a:gd name="connsiteY23" fmla="*/ 1490134 h 2015067"/>
              <a:gd name="connsiteX24" fmla="*/ 2658533 w 3386666"/>
              <a:gd name="connsiteY24" fmla="*/ 1473200 h 2015067"/>
              <a:gd name="connsiteX25" fmla="*/ 2624666 w 3386666"/>
              <a:gd name="connsiteY25" fmla="*/ 1456267 h 2015067"/>
              <a:gd name="connsiteX26" fmla="*/ 2565400 w 3386666"/>
              <a:gd name="connsiteY26" fmla="*/ 1397000 h 2015067"/>
              <a:gd name="connsiteX27" fmla="*/ 2497666 w 3386666"/>
              <a:gd name="connsiteY27" fmla="*/ 1337734 h 2015067"/>
              <a:gd name="connsiteX28" fmla="*/ 2472266 w 3386666"/>
              <a:gd name="connsiteY28" fmla="*/ 1312334 h 2015067"/>
              <a:gd name="connsiteX29" fmla="*/ 2387600 w 3386666"/>
              <a:gd name="connsiteY29" fmla="*/ 1286934 h 2015067"/>
              <a:gd name="connsiteX30" fmla="*/ 2142066 w 3386666"/>
              <a:gd name="connsiteY30" fmla="*/ 1295400 h 2015067"/>
              <a:gd name="connsiteX31" fmla="*/ 2074333 w 3386666"/>
              <a:gd name="connsiteY31" fmla="*/ 1329267 h 2015067"/>
              <a:gd name="connsiteX32" fmla="*/ 2040466 w 3386666"/>
              <a:gd name="connsiteY32" fmla="*/ 1346200 h 2015067"/>
              <a:gd name="connsiteX33" fmla="*/ 2023533 w 3386666"/>
              <a:gd name="connsiteY33" fmla="*/ 1371600 h 2015067"/>
              <a:gd name="connsiteX34" fmla="*/ 1972733 w 3386666"/>
              <a:gd name="connsiteY34" fmla="*/ 1405467 h 2015067"/>
              <a:gd name="connsiteX35" fmla="*/ 1938866 w 3386666"/>
              <a:gd name="connsiteY35" fmla="*/ 1439334 h 2015067"/>
              <a:gd name="connsiteX36" fmla="*/ 1921933 w 3386666"/>
              <a:gd name="connsiteY36" fmla="*/ 1464734 h 2015067"/>
              <a:gd name="connsiteX37" fmla="*/ 1896533 w 3386666"/>
              <a:gd name="connsiteY37" fmla="*/ 1481667 h 2015067"/>
              <a:gd name="connsiteX38" fmla="*/ 1862666 w 3386666"/>
              <a:gd name="connsiteY38" fmla="*/ 1507067 h 2015067"/>
              <a:gd name="connsiteX39" fmla="*/ 1820333 w 3386666"/>
              <a:gd name="connsiteY39" fmla="*/ 1566334 h 2015067"/>
              <a:gd name="connsiteX40" fmla="*/ 1794933 w 3386666"/>
              <a:gd name="connsiteY40" fmla="*/ 1583267 h 2015067"/>
              <a:gd name="connsiteX41" fmla="*/ 1769533 w 3386666"/>
              <a:gd name="connsiteY41" fmla="*/ 1608667 h 2015067"/>
              <a:gd name="connsiteX42" fmla="*/ 1744133 w 3386666"/>
              <a:gd name="connsiteY42" fmla="*/ 1625600 h 2015067"/>
              <a:gd name="connsiteX43" fmla="*/ 1710266 w 3386666"/>
              <a:gd name="connsiteY43" fmla="*/ 1659467 h 2015067"/>
              <a:gd name="connsiteX44" fmla="*/ 1684866 w 3386666"/>
              <a:gd name="connsiteY44" fmla="*/ 1684867 h 2015067"/>
              <a:gd name="connsiteX45" fmla="*/ 1659466 w 3386666"/>
              <a:gd name="connsiteY45" fmla="*/ 1701800 h 2015067"/>
              <a:gd name="connsiteX46" fmla="*/ 1625600 w 3386666"/>
              <a:gd name="connsiteY46" fmla="*/ 1744134 h 2015067"/>
              <a:gd name="connsiteX47" fmla="*/ 1600200 w 3386666"/>
              <a:gd name="connsiteY47" fmla="*/ 1761067 h 2015067"/>
              <a:gd name="connsiteX48" fmla="*/ 1557866 w 3386666"/>
              <a:gd name="connsiteY48" fmla="*/ 1786467 h 2015067"/>
              <a:gd name="connsiteX49" fmla="*/ 1507066 w 3386666"/>
              <a:gd name="connsiteY49" fmla="*/ 1828800 h 2015067"/>
              <a:gd name="connsiteX50" fmla="*/ 1464733 w 3386666"/>
              <a:gd name="connsiteY50" fmla="*/ 1871134 h 2015067"/>
              <a:gd name="connsiteX51" fmla="*/ 1388533 w 3386666"/>
              <a:gd name="connsiteY51" fmla="*/ 1896534 h 2015067"/>
              <a:gd name="connsiteX52" fmla="*/ 1363133 w 3386666"/>
              <a:gd name="connsiteY52" fmla="*/ 1905000 h 2015067"/>
              <a:gd name="connsiteX53" fmla="*/ 1168400 w 3386666"/>
              <a:gd name="connsiteY53" fmla="*/ 1913467 h 2015067"/>
              <a:gd name="connsiteX54" fmla="*/ 1092200 w 3386666"/>
              <a:gd name="connsiteY54" fmla="*/ 1938867 h 2015067"/>
              <a:gd name="connsiteX55" fmla="*/ 1024466 w 3386666"/>
              <a:gd name="connsiteY55" fmla="*/ 1955800 h 2015067"/>
              <a:gd name="connsiteX56" fmla="*/ 863600 w 3386666"/>
              <a:gd name="connsiteY56" fmla="*/ 1981200 h 2015067"/>
              <a:gd name="connsiteX57" fmla="*/ 660400 w 3386666"/>
              <a:gd name="connsiteY57" fmla="*/ 1989667 h 2015067"/>
              <a:gd name="connsiteX58" fmla="*/ 575733 w 3386666"/>
              <a:gd name="connsiteY58" fmla="*/ 1998134 h 2015067"/>
              <a:gd name="connsiteX59" fmla="*/ 465666 w 3386666"/>
              <a:gd name="connsiteY59" fmla="*/ 2006600 h 2015067"/>
              <a:gd name="connsiteX60" fmla="*/ 414866 w 3386666"/>
              <a:gd name="connsiteY60" fmla="*/ 2015067 h 2015067"/>
              <a:gd name="connsiteX61" fmla="*/ 296333 w 3386666"/>
              <a:gd name="connsiteY61" fmla="*/ 1998134 h 2015067"/>
              <a:gd name="connsiteX62" fmla="*/ 228600 w 3386666"/>
              <a:gd name="connsiteY62" fmla="*/ 1972734 h 2015067"/>
              <a:gd name="connsiteX63" fmla="*/ 194733 w 3386666"/>
              <a:gd name="connsiteY63" fmla="*/ 1964267 h 2015067"/>
              <a:gd name="connsiteX64" fmla="*/ 143933 w 3386666"/>
              <a:gd name="connsiteY64" fmla="*/ 1947334 h 2015067"/>
              <a:gd name="connsiteX65" fmla="*/ 135466 w 3386666"/>
              <a:gd name="connsiteY65" fmla="*/ 1913467 h 2015067"/>
              <a:gd name="connsiteX66" fmla="*/ 110066 w 3386666"/>
              <a:gd name="connsiteY66" fmla="*/ 1888067 h 2015067"/>
              <a:gd name="connsiteX67" fmla="*/ 84666 w 3386666"/>
              <a:gd name="connsiteY67" fmla="*/ 1854200 h 2015067"/>
              <a:gd name="connsiteX68" fmla="*/ 42333 w 3386666"/>
              <a:gd name="connsiteY68" fmla="*/ 1769534 h 2015067"/>
              <a:gd name="connsiteX69" fmla="*/ 16933 w 3386666"/>
              <a:gd name="connsiteY69" fmla="*/ 1684867 h 2015067"/>
              <a:gd name="connsiteX70" fmla="*/ 8466 w 3386666"/>
              <a:gd name="connsiteY70" fmla="*/ 1659467 h 2015067"/>
              <a:gd name="connsiteX71" fmla="*/ 0 w 3386666"/>
              <a:gd name="connsiteY71" fmla="*/ 1617134 h 201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386666" h="2015067">
                <a:moveTo>
                  <a:pt x="3386666" y="0"/>
                </a:moveTo>
                <a:cubicBezTo>
                  <a:pt x="3383844" y="14111"/>
                  <a:pt x="3381322" y="28286"/>
                  <a:pt x="3378200" y="42334"/>
                </a:cubicBezTo>
                <a:cubicBezTo>
                  <a:pt x="3375676" y="53693"/>
                  <a:pt x="3371815" y="64752"/>
                  <a:pt x="3369733" y="76200"/>
                </a:cubicBezTo>
                <a:cubicBezTo>
                  <a:pt x="3362127" y="118033"/>
                  <a:pt x="3344976" y="273617"/>
                  <a:pt x="3344333" y="279400"/>
                </a:cubicBezTo>
                <a:cubicBezTo>
                  <a:pt x="3341201" y="307590"/>
                  <a:pt x="3339698" y="335964"/>
                  <a:pt x="3335866" y="364067"/>
                </a:cubicBezTo>
                <a:cubicBezTo>
                  <a:pt x="3331227" y="398086"/>
                  <a:pt x="3323192" y="431598"/>
                  <a:pt x="3318933" y="465667"/>
                </a:cubicBezTo>
                <a:cubicBezTo>
                  <a:pt x="3307579" y="556493"/>
                  <a:pt x="3315984" y="511326"/>
                  <a:pt x="3293533" y="601134"/>
                </a:cubicBezTo>
                <a:cubicBezTo>
                  <a:pt x="3290711" y="651934"/>
                  <a:pt x="3288607" y="702779"/>
                  <a:pt x="3285066" y="753534"/>
                </a:cubicBezTo>
                <a:cubicBezTo>
                  <a:pt x="3283932" y="769790"/>
                  <a:pt x="3275606" y="946927"/>
                  <a:pt x="3259666" y="1016000"/>
                </a:cubicBezTo>
                <a:cubicBezTo>
                  <a:pt x="3255046" y="1036020"/>
                  <a:pt x="3247439" y="1055267"/>
                  <a:pt x="3242733" y="1075267"/>
                </a:cubicBezTo>
                <a:cubicBezTo>
                  <a:pt x="3236141" y="1103283"/>
                  <a:pt x="3229870" y="1131442"/>
                  <a:pt x="3225800" y="1159934"/>
                </a:cubicBezTo>
                <a:cubicBezTo>
                  <a:pt x="3216071" y="1228035"/>
                  <a:pt x="3223644" y="1200268"/>
                  <a:pt x="3208866" y="1244600"/>
                </a:cubicBezTo>
                <a:cubicBezTo>
                  <a:pt x="3197080" y="1338900"/>
                  <a:pt x="3207595" y="1290750"/>
                  <a:pt x="3175000" y="1388534"/>
                </a:cubicBezTo>
                <a:cubicBezTo>
                  <a:pt x="3169118" y="1406179"/>
                  <a:pt x="3161224" y="1433852"/>
                  <a:pt x="3149600" y="1447800"/>
                </a:cubicBezTo>
                <a:cubicBezTo>
                  <a:pt x="3143086" y="1455617"/>
                  <a:pt x="3132146" y="1458377"/>
                  <a:pt x="3124200" y="1464734"/>
                </a:cubicBezTo>
                <a:cubicBezTo>
                  <a:pt x="3117967" y="1469721"/>
                  <a:pt x="3113398" y="1476557"/>
                  <a:pt x="3107266" y="1481667"/>
                </a:cubicBezTo>
                <a:cubicBezTo>
                  <a:pt x="3104202" y="1484220"/>
                  <a:pt x="3057059" y="1520118"/>
                  <a:pt x="3048000" y="1524000"/>
                </a:cubicBezTo>
                <a:cubicBezTo>
                  <a:pt x="3037304" y="1528584"/>
                  <a:pt x="3025422" y="1529645"/>
                  <a:pt x="3014133" y="1532467"/>
                </a:cubicBezTo>
                <a:cubicBezTo>
                  <a:pt x="3008489" y="1540934"/>
                  <a:pt x="3005146" y="1551510"/>
                  <a:pt x="2997200" y="1557867"/>
                </a:cubicBezTo>
                <a:cubicBezTo>
                  <a:pt x="2988520" y="1564811"/>
                  <a:pt x="2931577" y="1574378"/>
                  <a:pt x="2929466" y="1574800"/>
                </a:cubicBezTo>
                <a:cubicBezTo>
                  <a:pt x="2887133" y="1571978"/>
                  <a:pt x="2844634" y="1571019"/>
                  <a:pt x="2802466" y="1566334"/>
                </a:cubicBezTo>
                <a:cubicBezTo>
                  <a:pt x="2782085" y="1564069"/>
                  <a:pt x="2746679" y="1541426"/>
                  <a:pt x="2734733" y="1532467"/>
                </a:cubicBezTo>
                <a:cubicBezTo>
                  <a:pt x="2725154" y="1525283"/>
                  <a:pt x="2719076" y="1514026"/>
                  <a:pt x="2709333" y="1507067"/>
                </a:cubicBezTo>
                <a:cubicBezTo>
                  <a:pt x="2699062" y="1499731"/>
                  <a:pt x="2686755" y="1495778"/>
                  <a:pt x="2675466" y="1490134"/>
                </a:cubicBezTo>
                <a:cubicBezTo>
                  <a:pt x="2669822" y="1484489"/>
                  <a:pt x="2665175" y="1477628"/>
                  <a:pt x="2658533" y="1473200"/>
                </a:cubicBezTo>
                <a:cubicBezTo>
                  <a:pt x="2648031" y="1466199"/>
                  <a:pt x="2633591" y="1465192"/>
                  <a:pt x="2624666" y="1456267"/>
                </a:cubicBezTo>
                <a:cubicBezTo>
                  <a:pt x="2556735" y="1388336"/>
                  <a:pt x="2622875" y="1416159"/>
                  <a:pt x="2565400" y="1397000"/>
                </a:cubicBezTo>
                <a:cubicBezTo>
                  <a:pt x="2517418" y="1325030"/>
                  <a:pt x="2596450" y="1436518"/>
                  <a:pt x="2497666" y="1337734"/>
                </a:cubicBezTo>
                <a:cubicBezTo>
                  <a:pt x="2489199" y="1329267"/>
                  <a:pt x="2482733" y="1318149"/>
                  <a:pt x="2472266" y="1312334"/>
                </a:cubicBezTo>
                <a:cubicBezTo>
                  <a:pt x="2455397" y="1302962"/>
                  <a:pt x="2409467" y="1292400"/>
                  <a:pt x="2387600" y="1286934"/>
                </a:cubicBezTo>
                <a:cubicBezTo>
                  <a:pt x="2305755" y="1289756"/>
                  <a:pt x="2223642" y="1288202"/>
                  <a:pt x="2142066" y="1295400"/>
                </a:cubicBezTo>
                <a:cubicBezTo>
                  <a:pt x="2112497" y="1298009"/>
                  <a:pt x="2097507" y="1316025"/>
                  <a:pt x="2074333" y="1329267"/>
                </a:cubicBezTo>
                <a:cubicBezTo>
                  <a:pt x="2063374" y="1335529"/>
                  <a:pt x="2051755" y="1340556"/>
                  <a:pt x="2040466" y="1346200"/>
                </a:cubicBezTo>
                <a:cubicBezTo>
                  <a:pt x="2034822" y="1354667"/>
                  <a:pt x="2031191" y="1364899"/>
                  <a:pt x="2023533" y="1371600"/>
                </a:cubicBezTo>
                <a:cubicBezTo>
                  <a:pt x="2008217" y="1385002"/>
                  <a:pt x="1972733" y="1405467"/>
                  <a:pt x="1972733" y="1405467"/>
                </a:cubicBezTo>
                <a:cubicBezTo>
                  <a:pt x="1954259" y="1460886"/>
                  <a:pt x="1979917" y="1406493"/>
                  <a:pt x="1938866" y="1439334"/>
                </a:cubicBezTo>
                <a:cubicBezTo>
                  <a:pt x="1930920" y="1445691"/>
                  <a:pt x="1929128" y="1457539"/>
                  <a:pt x="1921933" y="1464734"/>
                </a:cubicBezTo>
                <a:cubicBezTo>
                  <a:pt x="1914738" y="1471929"/>
                  <a:pt x="1904813" y="1475753"/>
                  <a:pt x="1896533" y="1481667"/>
                </a:cubicBezTo>
                <a:cubicBezTo>
                  <a:pt x="1885050" y="1489869"/>
                  <a:pt x="1873955" y="1498600"/>
                  <a:pt x="1862666" y="1507067"/>
                </a:cubicBezTo>
                <a:cubicBezTo>
                  <a:pt x="1853051" y="1521490"/>
                  <a:pt x="1830835" y="1555832"/>
                  <a:pt x="1820333" y="1566334"/>
                </a:cubicBezTo>
                <a:cubicBezTo>
                  <a:pt x="1813138" y="1573529"/>
                  <a:pt x="1802750" y="1576753"/>
                  <a:pt x="1794933" y="1583267"/>
                </a:cubicBezTo>
                <a:cubicBezTo>
                  <a:pt x="1785735" y="1590932"/>
                  <a:pt x="1778731" y="1601002"/>
                  <a:pt x="1769533" y="1608667"/>
                </a:cubicBezTo>
                <a:cubicBezTo>
                  <a:pt x="1761716" y="1615181"/>
                  <a:pt x="1751859" y="1618978"/>
                  <a:pt x="1744133" y="1625600"/>
                </a:cubicBezTo>
                <a:cubicBezTo>
                  <a:pt x="1732011" y="1635990"/>
                  <a:pt x="1721555" y="1648178"/>
                  <a:pt x="1710266" y="1659467"/>
                </a:cubicBezTo>
                <a:cubicBezTo>
                  <a:pt x="1701799" y="1667934"/>
                  <a:pt x="1694829" y="1678225"/>
                  <a:pt x="1684866" y="1684867"/>
                </a:cubicBezTo>
                <a:lnTo>
                  <a:pt x="1659466" y="1701800"/>
                </a:lnTo>
                <a:cubicBezTo>
                  <a:pt x="1646895" y="1720657"/>
                  <a:pt x="1642833" y="1730347"/>
                  <a:pt x="1625600" y="1744134"/>
                </a:cubicBezTo>
                <a:cubicBezTo>
                  <a:pt x="1617654" y="1750491"/>
                  <a:pt x="1608146" y="1754710"/>
                  <a:pt x="1600200" y="1761067"/>
                </a:cubicBezTo>
                <a:cubicBezTo>
                  <a:pt x="1566994" y="1787631"/>
                  <a:pt x="1601976" y="1771763"/>
                  <a:pt x="1557866" y="1786467"/>
                </a:cubicBezTo>
                <a:cubicBezTo>
                  <a:pt x="1520608" y="1842355"/>
                  <a:pt x="1566561" y="1782526"/>
                  <a:pt x="1507066" y="1828800"/>
                </a:cubicBezTo>
                <a:cubicBezTo>
                  <a:pt x="1491314" y="1841052"/>
                  <a:pt x="1483665" y="1864823"/>
                  <a:pt x="1464733" y="1871134"/>
                </a:cubicBezTo>
                <a:lnTo>
                  <a:pt x="1388533" y="1896534"/>
                </a:lnTo>
                <a:cubicBezTo>
                  <a:pt x="1380066" y="1899356"/>
                  <a:pt x="1372049" y="1904612"/>
                  <a:pt x="1363133" y="1905000"/>
                </a:cubicBezTo>
                <a:lnTo>
                  <a:pt x="1168400" y="1913467"/>
                </a:lnTo>
                <a:cubicBezTo>
                  <a:pt x="1095416" y="1942660"/>
                  <a:pt x="1156005" y="1920636"/>
                  <a:pt x="1092200" y="1938867"/>
                </a:cubicBezTo>
                <a:cubicBezTo>
                  <a:pt x="1046395" y="1951955"/>
                  <a:pt x="1086440" y="1945471"/>
                  <a:pt x="1024466" y="1955800"/>
                </a:cubicBezTo>
                <a:cubicBezTo>
                  <a:pt x="970918" y="1964724"/>
                  <a:pt x="917839" y="1978940"/>
                  <a:pt x="863600" y="1981200"/>
                </a:cubicBezTo>
                <a:lnTo>
                  <a:pt x="660400" y="1989667"/>
                </a:lnTo>
                <a:lnTo>
                  <a:pt x="575733" y="1998134"/>
                </a:lnTo>
                <a:cubicBezTo>
                  <a:pt x="539074" y="2001322"/>
                  <a:pt x="502261" y="2002748"/>
                  <a:pt x="465666" y="2006600"/>
                </a:cubicBezTo>
                <a:cubicBezTo>
                  <a:pt x="448593" y="2008397"/>
                  <a:pt x="431799" y="2012245"/>
                  <a:pt x="414866" y="2015067"/>
                </a:cubicBezTo>
                <a:cubicBezTo>
                  <a:pt x="367462" y="2009800"/>
                  <a:pt x="339458" y="2008915"/>
                  <a:pt x="296333" y="1998134"/>
                </a:cubicBezTo>
                <a:cubicBezTo>
                  <a:pt x="272562" y="1992191"/>
                  <a:pt x="251893" y="1980498"/>
                  <a:pt x="228600" y="1972734"/>
                </a:cubicBezTo>
                <a:cubicBezTo>
                  <a:pt x="217561" y="1969054"/>
                  <a:pt x="205879" y="1967611"/>
                  <a:pt x="194733" y="1964267"/>
                </a:cubicBezTo>
                <a:cubicBezTo>
                  <a:pt x="177636" y="1959138"/>
                  <a:pt x="143933" y="1947334"/>
                  <a:pt x="143933" y="1947334"/>
                </a:cubicBezTo>
                <a:cubicBezTo>
                  <a:pt x="141111" y="1936045"/>
                  <a:pt x="141239" y="1923570"/>
                  <a:pt x="135466" y="1913467"/>
                </a:cubicBezTo>
                <a:cubicBezTo>
                  <a:pt x="129525" y="1903071"/>
                  <a:pt x="117858" y="1897158"/>
                  <a:pt x="110066" y="1888067"/>
                </a:cubicBezTo>
                <a:cubicBezTo>
                  <a:pt x="100883" y="1877353"/>
                  <a:pt x="93133" y="1865489"/>
                  <a:pt x="84666" y="1854200"/>
                </a:cubicBezTo>
                <a:cubicBezTo>
                  <a:pt x="63271" y="1790013"/>
                  <a:pt x="78443" y="1817679"/>
                  <a:pt x="42333" y="1769534"/>
                </a:cubicBezTo>
                <a:cubicBezTo>
                  <a:pt x="29538" y="1718354"/>
                  <a:pt x="37544" y="1746701"/>
                  <a:pt x="16933" y="1684867"/>
                </a:cubicBezTo>
                <a:cubicBezTo>
                  <a:pt x="14111" y="1676400"/>
                  <a:pt x="10216" y="1668218"/>
                  <a:pt x="8466" y="1659467"/>
                </a:cubicBezTo>
                <a:lnTo>
                  <a:pt x="0" y="1617134"/>
                </a:lnTo>
              </a:path>
            </a:pathLst>
          </a:custGeom>
          <a:noFill/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8500533" y="3234267"/>
            <a:ext cx="1193800" cy="1803400"/>
          </a:xfrm>
          <a:custGeom>
            <a:avLst/>
            <a:gdLst>
              <a:gd name="connsiteX0" fmla="*/ 0 w 1193800"/>
              <a:gd name="connsiteY0" fmla="*/ 0 h 1803400"/>
              <a:gd name="connsiteX1" fmla="*/ 194734 w 1193800"/>
              <a:gd name="connsiteY1" fmla="*/ 8466 h 1803400"/>
              <a:gd name="connsiteX2" fmla="*/ 330200 w 1193800"/>
              <a:gd name="connsiteY2" fmla="*/ 16933 h 1803400"/>
              <a:gd name="connsiteX3" fmla="*/ 643467 w 1193800"/>
              <a:gd name="connsiteY3" fmla="*/ 33866 h 1803400"/>
              <a:gd name="connsiteX4" fmla="*/ 694267 w 1193800"/>
              <a:gd name="connsiteY4" fmla="*/ 42333 h 1803400"/>
              <a:gd name="connsiteX5" fmla="*/ 719667 w 1193800"/>
              <a:gd name="connsiteY5" fmla="*/ 50800 h 1803400"/>
              <a:gd name="connsiteX6" fmla="*/ 753534 w 1193800"/>
              <a:gd name="connsiteY6" fmla="*/ 59266 h 1803400"/>
              <a:gd name="connsiteX7" fmla="*/ 804334 w 1193800"/>
              <a:gd name="connsiteY7" fmla="*/ 93133 h 1803400"/>
              <a:gd name="connsiteX8" fmla="*/ 829734 w 1193800"/>
              <a:gd name="connsiteY8" fmla="*/ 110066 h 1803400"/>
              <a:gd name="connsiteX9" fmla="*/ 846667 w 1193800"/>
              <a:gd name="connsiteY9" fmla="*/ 127000 h 1803400"/>
              <a:gd name="connsiteX10" fmla="*/ 872067 w 1193800"/>
              <a:gd name="connsiteY10" fmla="*/ 135466 h 1803400"/>
              <a:gd name="connsiteX11" fmla="*/ 922867 w 1193800"/>
              <a:gd name="connsiteY11" fmla="*/ 194733 h 1803400"/>
              <a:gd name="connsiteX12" fmla="*/ 939800 w 1193800"/>
              <a:gd name="connsiteY12" fmla="*/ 245533 h 1803400"/>
              <a:gd name="connsiteX13" fmla="*/ 922867 w 1193800"/>
              <a:gd name="connsiteY13" fmla="*/ 567266 h 1803400"/>
              <a:gd name="connsiteX14" fmla="*/ 914400 w 1193800"/>
              <a:gd name="connsiteY14" fmla="*/ 635000 h 1803400"/>
              <a:gd name="connsiteX15" fmla="*/ 905934 w 1193800"/>
              <a:gd name="connsiteY15" fmla="*/ 719666 h 1803400"/>
              <a:gd name="connsiteX16" fmla="*/ 914400 w 1193800"/>
              <a:gd name="connsiteY16" fmla="*/ 1032933 h 1803400"/>
              <a:gd name="connsiteX17" fmla="*/ 939800 w 1193800"/>
              <a:gd name="connsiteY17" fmla="*/ 1109133 h 1803400"/>
              <a:gd name="connsiteX18" fmla="*/ 956734 w 1193800"/>
              <a:gd name="connsiteY18" fmla="*/ 1159933 h 1803400"/>
              <a:gd name="connsiteX19" fmla="*/ 965200 w 1193800"/>
              <a:gd name="connsiteY19" fmla="*/ 1185333 h 1803400"/>
              <a:gd name="connsiteX20" fmla="*/ 990600 w 1193800"/>
              <a:gd name="connsiteY20" fmla="*/ 1227666 h 1803400"/>
              <a:gd name="connsiteX21" fmla="*/ 1016000 w 1193800"/>
              <a:gd name="connsiteY21" fmla="*/ 1303866 h 1803400"/>
              <a:gd name="connsiteX22" fmla="*/ 1024467 w 1193800"/>
              <a:gd name="connsiteY22" fmla="*/ 1329266 h 1803400"/>
              <a:gd name="connsiteX23" fmla="*/ 1041400 w 1193800"/>
              <a:gd name="connsiteY23" fmla="*/ 1346200 h 1803400"/>
              <a:gd name="connsiteX24" fmla="*/ 1066800 w 1193800"/>
              <a:gd name="connsiteY24" fmla="*/ 1422400 h 1803400"/>
              <a:gd name="connsiteX25" fmla="*/ 1075267 w 1193800"/>
              <a:gd name="connsiteY25" fmla="*/ 1447800 h 1803400"/>
              <a:gd name="connsiteX26" fmla="*/ 1083734 w 1193800"/>
              <a:gd name="connsiteY26" fmla="*/ 1481666 h 1803400"/>
              <a:gd name="connsiteX27" fmla="*/ 1100667 w 1193800"/>
              <a:gd name="connsiteY27" fmla="*/ 1498600 h 1803400"/>
              <a:gd name="connsiteX28" fmla="*/ 1117600 w 1193800"/>
              <a:gd name="connsiteY28" fmla="*/ 1574800 h 1803400"/>
              <a:gd name="connsiteX29" fmla="*/ 1126067 w 1193800"/>
              <a:gd name="connsiteY29" fmla="*/ 1600200 h 1803400"/>
              <a:gd name="connsiteX30" fmla="*/ 1143000 w 1193800"/>
              <a:gd name="connsiteY30" fmla="*/ 1659466 h 1803400"/>
              <a:gd name="connsiteX31" fmla="*/ 1159934 w 1193800"/>
              <a:gd name="connsiteY31" fmla="*/ 1684866 h 1803400"/>
              <a:gd name="connsiteX32" fmla="*/ 1168400 w 1193800"/>
              <a:gd name="connsiteY32" fmla="*/ 1718733 h 1803400"/>
              <a:gd name="connsiteX33" fmla="*/ 1176867 w 1193800"/>
              <a:gd name="connsiteY33" fmla="*/ 1744133 h 1803400"/>
              <a:gd name="connsiteX34" fmla="*/ 1185334 w 1193800"/>
              <a:gd name="connsiteY34" fmla="*/ 1778000 h 1803400"/>
              <a:gd name="connsiteX35" fmla="*/ 1193800 w 1193800"/>
              <a:gd name="connsiteY35" fmla="*/ 180340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93800" h="1803400">
                <a:moveTo>
                  <a:pt x="0" y="0"/>
                </a:moveTo>
                <a:lnTo>
                  <a:pt x="194734" y="8466"/>
                </a:lnTo>
                <a:cubicBezTo>
                  <a:pt x="239918" y="10783"/>
                  <a:pt x="285029" y="14376"/>
                  <a:pt x="330200" y="16933"/>
                </a:cubicBezTo>
                <a:lnTo>
                  <a:pt x="643467" y="33866"/>
                </a:lnTo>
                <a:cubicBezTo>
                  <a:pt x="660400" y="36688"/>
                  <a:pt x="677509" y="38609"/>
                  <a:pt x="694267" y="42333"/>
                </a:cubicBezTo>
                <a:cubicBezTo>
                  <a:pt x="702979" y="44269"/>
                  <a:pt x="711086" y="48348"/>
                  <a:pt x="719667" y="50800"/>
                </a:cubicBezTo>
                <a:cubicBezTo>
                  <a:pt x="730856" y="53997"/>
                  <a:pt x="742245" y="56444"/>
                  <a:pt x="753534" y="59266"/>
                </a:cubicBezTo>
                <a:cubicBezTo>
                  <a:pt x="783713" y="89447"/>
                  <a:pt x="756494" y="65796"/>
                  <a:pt x="804334" y="93133"/>
                </a:cubicBezTo>
                <a:cubicBezTo>
                  <a:pt x="813169" y="98181"/>
                  <a:pt x="821788" y="103709"/>
                  <a:pt x="829734" y="110066"/>
                </a:cubicBezTo>
                <a:cubicBezTo>
                  <a:pt x="835967" y="115053"/>
                  <a:pt x="839822" y="122893"/>
                  <a:pt x="846667" y="127000"/>
                </a:cubicBezTo>
                <a:cubicBezTo>
                  <a:pt x="854320" y="131592"/>
                  <a:pt x="863600" y="132644"/>
                  <a:pt x="872067" y="135466"/>
                </a:cubicBezTo>
                <a:cubicBezTo>
                  <a:pt x="888853" y="152252"/>
                  <a:pt x="912551" y="171522"/>
                  <a:pt x="922867" y="194733"/>
                </a:cubicBezTo>
                <a:cubicBezTo>
                  <a:pt x="930116" y="211044"/>
                  <a:pt x="939800" y="245533"/>
                  <a:pt x="939800" y="245533"/>
                </a:cubicBezTo>
                <a:cubicBezTo>
                  <a:pt x="934156" y="352777"/>
                  <a:pt x="929856" y="460101"/>
                  <a:pt x="922867" y="567266"/>
                </a:cubicBezTo>
                <a:cubicBezTo>
                  <a:pt x="921386" y="589971"/>
                  <a:pt x="916913" y="612385"/>
                  <a:pt x="914400" y="635000"/>
                </a:cubicBezTo>
                <a:cubicBezTo>
                  <a:pt x="911268" y="663189"/>
                  <a:pt x="908756" y="691444"/>
                  <a:pt x="905934" y="719666"/>
                </a:cubicBezTo>
                <a:cubicBezTo>
                  <a:pt x="908756" y="824088"/>
                  <a:pt x="909431" y="928591"/>
                  <a:pt x="914400" y="1032933"/>
                </a:cubicBezTo>
                <a:cubicBezTo>
                  <a:pt x="916599" y="1079103"/>
                  <a:pt x="924100" y="1069884"/>
                  <a:pt x="939800" y="1109133"/>
                </a:cubicBezTo>
                <a:cubicBezTo>
                  <a:pt x="946429" y="1125706"/>
                  <a:pt x="951090" y="1143000"/>
                  <a:pt x="956734" y="1159933"/>
                </a:cubicBezTo>
                <a:cubicBezTo>
                  <a:pt x="959556" y="1168400"/>
                  <a:pt x="960608" y="1177680"/>
                  <a:pt x="965200" y="1185333"/>
                </a:cubicBezTo>
                <a:cubicBezTo>
                  <a:pt x="973667" y="1199444"/>
                  <a:pt x="983790" y="1212685"/>
                  <a:pt x="990600" y="1227666"/>
                </a:cubicBezTo>
                <a:cubicBezTo>
                  <a:pt x="990611" y="1227689"/>
                  <a:pt x="1011763" y="1291154"/>
                  <a:pt x="1016000" y="1303866"/>
                </a:cubicBezTo>
                <a:cubicBezTo>
                  <a:pt x="1018822" y="1312333"/>
                  <a:pt x="1018156" y="1322955"/>
                  <a:pt x="1024467" y="1329266"/>
                </a:cubicBezTo>
                <a:lnTo>
                  <a:pt x="1041400" y="1346200"/>
                </a:lnTo>
                <a:lnTo>
                  <a:pt x="1066800" y="1422400"/>
                </a:lnTo>
                <a:cubicBezTo>
                  <a:pt x="1069622" y="1430867"/>
                  <a:pt x="1073102" y="1439142"/>
                  <a:pt x="1075267" y="1447800"/>
                </a:cubicBezTo>
                <a:cubicBezTo>
                  <a:pt x="1078089" y="1459089"/>
                  <a:pt x="1078530" y="1471258"/>
                  <a:pt x="1083734" y="1481666"/>
                </a:cubicBezTo>
                <a:cubicBezTo>
                  <a:pt x="1087304" y="1488806"/>
                  <a:pt x="1095023" y="1492955"/>
                  <a:pt x="1100667" y="1498600"/>
                </a:cubicBezTo>
                <a:cubicBezTo>
                  <a:pt x="1106484" y="1527683"/>
                  <a:pt x="1109632" y="1546913"/>
                  <a:pt x="1117600" y="1574800"/>
                </a:cubicBezTo>
                <a:cubicBezTo>
                  <a:pt x="1120052" y="1583381"/>
                  <a:pt x="1123615" y="1591619"/>
                  <a:pt x="1126067" y="1600200"/>
                </a:cubicBezTo>
                <a:cubicBezTo>
                  <a:pt x="1129682" y="1612851"/>
                  <a:pt x="1136236" y="1645939"/>
                  <a:pt x="1143000" y="1659466"/>
                </a:cubicBezTo>
                <a:cubicBezTo>
                  <a:pt x="1147551" y="1668568"/>
                  <a:pt x="1154289" y="1676399"/>
                  <a:pt x="1159934" y="1684866"/>
                </a:cubicBezTo>
                <a:cubicBezTo>
                  <a:pt x="1162756" y="1696155"/>
                  <a:pt x="1165203" y="1707544"/>
                  <a:pt x="1168400" y="1718733"/>
                </a:cubicBezTo>
                <a:cubicBezTo>
                  <a:pt x="1170852" y="1727314"/>
                  <a:pt x="1174415" y="1735552"/>
                  <a:pt x="1176867" y="1744133"/>
                </a:cubicBezTo>
                <a:cubicBezTo>
                  <a:pt x="1180064" y="1755322"/>
                  <a:pt x="1182137" y="1766811"/>
                  <a:pt x="1185334" y="1778000"/>
                </a:cubicBezTo>
                <a:cubicBezTo>
                  <a:pt x="1187786" y="1786581"/>
                  <a:pt x="1193800" y="1803400"/>
                  <a:pt x="1193800" y="1803400"/>
                </a:cubicBezTo>
              </a:path>
            </a:pathLst>
          </a:custGeom>
          <a:noFill/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505145" y="1133475"/>
            <a:ext cx="6581830" cy="2533650"/>
          </a:xfrm>
          <a:custGeom>
            <a:avLst/>
            <a:gdLst>
              <a:gd name="connsiteX0" fmla="*/ 5543605 w 6581830"/>
              <a:gd name="connsiteY0" fmla="*/ 1352550 h 2533650"/>
              <a:gd name="connsiteX1" fmla="*/ 5610280 w 6581830"/>
              <a:gd name="connsiteY1" fmla="*/ 1362075 h 2533650"/>
              <a:gd name="connsiteX2" fmla="*/ 5657905 w 6581830"/>
              <a:gd name="connsiteY2" fmla="*/ 1390650 h 2533650"/>
              <a:gd name="connsiteX3" fmla="*/ 5753155 w 6581830"/>
              <a:gd name="connsiteY3" fmla="*/ 1419225 h 2533650"/>
              <a:gd name="connsiteX4" fmla="*/ 5772205 w 6581830"/>
              <a:gd name="connsiteY4" fmla="*/ 1447800 h 2533650"/>
              <a:gd name="connsiteX5" fmla="*/ 5838880 w 6581830"/>
              <a:gd name="connsiteY5" fmla="*/ 1457325 h 2533650"/>
              <a:gd name="connsiteX6" fmla="*/ 5867455 w 6581830"/>
              <a:gd name="connsiteY6" fmla="*/ 1466850 h 2533650"/>
              <a:gd name="connsiteX7" fmla="*/ 6305605 w 6581830"/>
              <a:gd name="connsiteY7" fmla="*/ 1457325 h 2533650"/>
              <a:gd name="connsiteX8" fmla="*/ 6381805 w 6581830"/>
              <a:gd name="connsiteY8" fmla="*/ 1419225 h 2533650"/>
              <a:gd name="connsiteX9" fmla="*/ 6448480 w 6581830"/>
              <a:gd name="connsiteY9" fmla="*/ 1371600 h 2533650"/>
              <a:gd name="connsiteX10" fmla="*/ 6505630 w 6581830"/>
              <a:gd name="connsiteY10" fmla="*/ 1333500 h 2533650"/>
              <a:gd name="connsiteX11" fmla="*/ 6543730 w 6581830"/>
              <a:gd name="connsiteY11" fmla="*/ 1285875 h 2533650"/>
              <a:gd name="connsiteX12" fmla="*/ 6562780 w 6581830"/>
              <a:gd name="connsiteY12" fmla="*/ 1247775 h 2533650"/>
              <a:gd name="connsiteX13" fmla="*/ 6581830 w 6581830"/>
              <a:gd name="connsiteY13" fmla="*/ 1181100 h 2533650"/>
              <a:gd name="connsiteX14" fmla="*/ 6572305 w 6581830"/>
              <a:gd name="connsiteY14" fmla="*/ 1009650 h 2533650"/>
              <a:gd name="connsiteX15" fmla="*/ 6553255 w 6581830"/>
              <a:gd name="connsiteY15" fmla="*/ 952500 h 2533650"/>
              <a:gd name="connsiteX16" fmla="*/ 6524680 w 6581830"/>
              <a:gd name="connsiteY16" fmla="*/ 933450 h 2533650"/>
              <a:gd name="connsiteX17" fmla="*/ 6515155 w 6581830"/>
              <a:gd name="connsiteY17" fmla="*/ 885825 h 2533650"/>
              <a:gd name="connsiteX18" fmla="*/ 6505630 w 6581830"/>
              <a:gd name="connsiteY18" fmla="*/ 847725 h 2533650"/>
              <a:gd name="connsiteX19" fmla="*/ 6496105 w 6581830"/>
              <a:gd name="connsiteY19" fmla="*/ 790575 h 2533650"/>
              <a:gd name="connsiteX20" fmla="*/ 6477055 w 6581830"/>
              <a:gd name="connsiteY20" fmla="*/ 742950 h 2533650"/>
              <a:gd name="connsiteX21" fmla="*/ 6467530 w 6581830"/>
              <a:gd name="connsiteY21" fmla="*/ 695325 h 2533650"/>
              <a:gd name="connsiteX22" fmla="*/ 6438955 w 6581830"/>
              <a:gd name="connsiteY22" fmla="*/ 609600 h 2533650"/>
              <a:gd name="connsiteX23" fmla="*/ 6429430 w 6581830"/>
              <a:gd name="connsiteY23" fmla="*/ 571500 h 2533650"/>
              <a:gd name="connsiteX24" fmla="*/ 6419905 w 6581830"/>
              <a:gd name="connsiteY24" fmla="*/ 542925 h 2533650"/>
              <a:gd name="connsiteX25" fmla="*/ 6391330 w 6581830"/>
              <a:gd name="connsiteY25" fmla="*/ 457200 h 2533650"/>
              <a:gd name="connsiteX26" fmla="*/ 6372280 w 6581830"/>
              <a:gd name="connsiteY26" fmla="*/ 390525 h 2533650"/>
              <a:gd name="connsiteX27" fmla="*/ 6362755 w 6581830"/>
              <a:gd name="connsiteY27" fmla="*/ 352425 h 2533650"/>
              <a:gd name="connsiteX28" fmla="*/ 6334180 w 6581830"/>
              <a:gd name="connsiteY28" fmla="*/ 323850 h 2533650"/>
              <a:gd name="connsiteX29" fmla="*/ 6315130 w 6581830"/>
              <a:gd name="connsiteY29" fmla="*/ 257175 h 2533650"/>
              <a:gd name="connsiteX30" fmla="*/ 6267505 w 6581830"/>
              <a:gd name="connsiteY30" fmla="*/ 171450 h 2533650"/>
              <a:gd name="connsiteX31" fmla="*/ 6248455 w 6581830"/>
              <a:gd name="connsiteY31" fmla="*/ 142875 h 2533650"/>
              <a:gd name="connsiteX32" fmla="*/ 6229405 w 6581830"/>
              <a:gd name="connsiteY32" fmla="*/ 104775 h 2533650"/>
              <a:gd name="connsiteX33" fmla="*/ 6200830 w 6581830"/>
              <a:gd name="connsiteY33" fmla="*/ 85725 h 2533650"/>
              <a:gd name="connsiteX34" fmla="*/ 6134155 w 6581830"/>
              <a:gd name="connsiteY34" fmla="*/ 28575 h 2533650"/>
              <a:gd name="connsiteX35" fmla="*/ 5981755 w 6581830"/>
              <a:gd name="connsiteY35" fmla="*/ 0 h 2533650"/>
              <a:gd name="connsiteX36" fmla="*/ 5800780 w 6581830"/>
              <a:gd name="connsiteY36" fmla="*/ 9525 h 2533650"/>
              <a:gd name="connsiteX37" fmla="*/ 5696005 w 6581830"/>
              <a:gd name="connsiteY37" fmla="*/ 19050 h 2533650"/>
              <a:gd name="connsiteX38" fmla="*/ 5457880 w 6581830"/>
              <a:gd name="connsiteY38" fmla="*/ 38100 h 2533650"/>
              <a:gd name="connsiteX39" fmla="*/ 5324530 w 6581830"/>
              <a:gd name="connsiteY39" fmla="*/ 47625 h 2533650"/>
              <a:gd name="connsiteX40" fmla="*/ 5219755 w 6581830"/>
              <a:gd name="connsiteY40" fmla="*/ 57150 h 2533650"/>
              <a:gd name="connsiteX41" fmla="*/ 5048305 w 6581830"/>
              <a:gd name="connsiteY41" fmla="*/ 66675 h 2533650"/>
              <a:gd name="connsiteX42" fmla="*/ 4972105 w 6581830"/>
              <a:gd name="connsiteY42" fmla="*/ 85725 h 2533650"/>
              <a:gd name="connsiteX43" fmla="*/ 4905430 w 6581830"/>
              <a:gd name="connsiteY43" fmla="*/ 95250 h 2533650"/>
              <a:gd name="connsiteX44" fmla="*/ 4791130 w 6581830"/>
              <a:gd name="connsiteY44" fmla="*/ 114300 h 2533650"/>
              <a:gd name="connsiteX45" fmla="*/ 4581580 w 6581830"/>
              <a:gd name="connsiteY45" fmla="*/ 104775 h 2533650"/>
              <a:gd name="connsiteX46" fmla="*/ 4448230 w 6581830"/>
              <a:gd name="connsiteY46" fmla="*/ 95250 h 2533650"/>
              <a:gd name="connsiteX47" fmla="*/ 3810055 w 6581830"/>
              <a:gd name="connsiteY47" fmla="*/ 114300 h 2533650"/>
              <a:gd name="connsiteX48" fmla="*/ 3752905 w 6581830"/>
              <a:gd name="connsiteY48" fmla="*/ 123825 h 2533650"/>
              <a:gd name="connsiteX49" fmla="*/ 3705280 w 6581830"/>
              <a:gd name="connsiteY49" fmla="*/ 142875 h 2533650"/>
              <a:gd name="connsiteX50" fmla="*/ 3638605 w 6581830"/>
              <a:gd name="connsiteY50" fmla="*/ 152400 h 2533650"/>
              <a:gd name="connsiteX51" fmla="*/ 3552880 w 6581830"/>
              <a:gd name="connsiteY51" fmla="*/ 180975 h 2533650"/>
              <a:gd name="connsiteX52" fmla="*/ 3438580 w 6581830"/>
              <a:gd name="connsiteY52" fmla="*/ 209550 h 2533650"/>
              <a:gd name="connsiteX53" fmla="*/ 3333805 w 6581830"/>
              <a:gd name="connsiteY53" fmla="*/ 238125 h 2533650"/>
              <a:gd name="connsiteX54" fmla="*/ 3267130 w 6581830"/>
              <a:gd name="connsiteY54" fmla="*/ 257175 h 2533650"/>
              <a:gd name="connsiteX55" fmla="*/ 3219505 w 6581830"/>
              <a:gd name="connsiteY55" fmla="*/ 276225 h 2533650"/>
              <a:gd name="connsiteX56" fmla="*/ 3152830 w 6581830"/>
              <a:gd name="connsiteY56" fmla="*/ 295275 h 2533650"/>
              <a:gd name="connsiteX57" fmla="*/ 3095680 w 6581830"/>
              <a:gd name="connsiteY57" fmla="*/ 333375 h 2533650"/>
              <a:gd name="connsiteX58" fmla="*/ 3067105 w 6581830"/>
              <a:gd name="connsiteY58" fmla="*/ 352425 h 2533650"/>
              <a:gd name="connsiteX59" fmla="*/ 3009955 w 6581830"/>
              <a:gd name="connsiteY59" fmla="*/ 371475 h 2533650"/>
              <a:gd name="connsiteX60" fmla="*/ 2819455 w 6581830"/>
              <a:gd name="connsiteY60" fmla="*/ 361950 h 2533650"/>
              <a:gd name="connsiteX61" fmla="*/ 2705155 w 6581830"/>
              <a:gd name="connsiteY61" fmla="*/ 342900 h 2533650"/>
              <a:gd name="connsiteX62" fmla="*/ 2676580 w 6581830"/>
              <a:gd name="connsiteY62" fmla="*/ 323850 h 2533650"/>
              <a:gd name="connsiteX63" fmla="*/ 2590855 w 6581830"/>
              <a:gd name="connsiteY63" fmla="*/ 304800 h 2533650"/>
              <a:gd name="connsiteX64" fmla="*/ 2543230 w 6581830"/>
              <a:gd name="connsiteY64" fmla="*/ 295275 h 2533650"/>
              <a:gd name="connsiteX65" fmla="*/ 2381305 w 6581830"/>
              <a:gd name="connsiteY65" fmla="*/ 276225 h 2533650"/>
              <a:gd name="connsiteX66" fmla="*/ 2228905 w 6581830"/>
              <a:gd name="connsiteY66" fmla="*/ 238125 h 2533650"/>
              <a:gd name="connsiteX67" fmla="*/ 2228905 w 6581830"/>
              <a:gd name="connsiteY67" fmla="*/ 238125 h 2533650"/>
              <a:gd name="connsiteX68" fmla="*/ 2162230 w 6581830"/>
              <a:gd name="connsiteY68" fmla="*/ 219075 h 2533650"/>
              <a:gd name="connsiteX69" fmla="*/ 2133655 w 6581830"/>
              <a:gd name="connsiteY69" fmla="*/ 209550 h 2533650"/>
              <a:gd name="connsiteX70" fmla="*/ 2076505 w 6581830"/>
              <a:gd name="connsiteY70" fmla="*/ 200025 h 2533650"/>
              <a:gd name="connsiteX71" fmla="*/ 2000305 w 6581830"/>
              <a:gd name="connsiteY71" fmla="*/ 180975 h 2533650"/>
              <a:gd name="connsiteX72" fmla="*/ 1676455 w 6581830"/>
              <a:gd name="connsiteY72" fmla="*/ 200025 h 2533650"/>
              <a:gd name="connsiteX73" fmla="*/ 1647880 w 6581830"/>
              <a:gd name="connsiteY73" fmla="*/ 228600 h 2533650"/>
              <a:gd name="connsiteX74" fmla="*/ 1619305 w 6581830"/>
              <a:gd name="connsiteY74" fmla="*/ 238125 h 2533650"/>
              <a:gd name="connsiteX75" fmla="*/ 1581205 w 6581830"/>
              <a:gd name="connsiteY75" fmla="*/ 304800 h 2533650"/>
              <a:gd name="connsiteX76" fmla="*/ 1543105 w 6581830"/>
              <a:gd name="connsiteY76" fmla="*/ 333375 h 2533650"/>
              <a:gd name="connsiteX77" fmla="*/ 1495480 w 6581830"/>
              <a:gd name="connsiteY77" fmla="*/ 381000 h 2533650"/>
              <a:gd name="connsiteX78" fmla="*/ 1447855 w 6581830"/>
              <a:gd name="connsiteY78" fmla="*/ 447675 h 2533650"/>
              <a:gd name="connsiteX79" fmla="*/ 1419280 w 6581830"/>
              <a:gd name="connsiteY79" fmla="*/ 476250 h 2533650"/>
              <a:gd name="connsiteX80" fmla="*/ 1409755 w 6581830"/>
              <a:gd name="connsiteY80" fmla="*/ 504825 h 2533650"/>
              <a:gd name="connsiteX81" fmla="*/ 1400230 w 6581830"/>
              <a:gd name="connsiteY81" fmla="*/ 542925 h 2533650"/>
              <a:gd name="connsiteX82" fmla="*/ 1362130 w 6581830"/>
              <a:gd name="connsiteY82" fmla="*/ 609600 h 2533650"/>
              <a:gd name="connsiteX83" fmla="*/ 1352605 w 6581830"/>
              <a:gd name="connsiteY83" fmla="*/ 666750 h 2533650"/>
              <a:gd name="connsiteX84" fmla="*/ 1343080 w 6581830"/>
              <a:gd name="connsiteY84" fmla="*/ 695325 h 2533650"/>
              <a:gd name="connsiteX85" fmla="*/ 1324030 w 6581830"/>
              <a:gd name="connsiteY85" fmla="*/ 876300 h 2533650"/>
              <a:gd name="connsiteX86" fmla="*/ 1295455 w 6581830"/>
              <a:gd name="connsiteY86" fmla="*/ 1019175 h 2533650"/>
              <a:gd name="connsiteX87" fmla="*/ 1276405 w 6581830"/>
              <a:gd name="connsiteY87" fmla="*/ 1104900 h 2533650"/>
              <a:gd name="connsiteX88" fmla="*/ 1238305 w 6581830"/>
              <a:gd name="connsiteY88" fmla="*/ 1238250 h 2533650"/>
              <a:gd name="connsiteX89" fmla="*/ 1219255 w 6581830"/>
              <a:gd name="connsiteY89" fmla="*/ 1266825 h 2533650"/>
              <a:gd name="connsiteX90" fmla="*/ 1200205 w 6581830"/>
              <a:gd name="connsiteY90" fmla="*/ 1343025 h 2533650"/>
              <a:gd name="connsiteX91" fmla="*/ 1181155 w 6581830"/>
              <a:gd name="connsiteY91" fmla="*/ 1371600 h 2533650"/>
              <a:gd name="connsiteX92" fmla="*/ 1152580 w 6581830"/>
              <a:gd name="connsiteY92" fmla="*/ 1419225 h 2533650"/>
              <a:gd name="connsiteX93" fmla="*/ 1124005 w 6581830"/>
              <a:gd name="connsiteY93" fmla="*/ 1457325 h 2533650"/>
              <a:gd name="connsiteX94" fmla="*/ 1095430 w 6581830"/>
              <a:gd name="connsiteY94" fmla="*/ 1514475 h 2533650"/>
              <a:gd name="connsiteX95" fmla="*/ 1066855 w 6581830"/>
              <a:gd name="connsiteY95" fmla="*/ 1533525 h 2533650"/>
              <a:gd name="connsiteX96" fmla="*/ 1038280 w 6581830"/>
              <a:gd name="connsiteY96" fmla="*/ 1571625 h 2533650"/>
              <a:gd name="connsiteX97" fmla="*/ 895405 w 6581830"/>
              <a:gd name="connsiteY97" fmla="*/ 1695450 h 2533650"/>
              <a:gd name="connsiteX98" fmla="*/ 885880 w 6581830"/>
              <a:gd name="connsiteY98" fmla="*/ 1724025 h 2533650"/>
              <a:gd name="connsiteX99" fmla="*/ 857305 w 6581830"/>
              <a:gd name="connsiteY99" fmla="*/ 1733550 h 2533650"/>
              <a:gd name="connsiteX100" fmla="*/ 800155 w 6581830"/>
              <a:gd name="connsiteY100" fmla="*/ 1771650 h 2533650"/>
              <a:gd name="connsiteX101" fmla="*/ 733480 w 6581830"/>
              <a:gd name="connsiteY101" fmla="*/ 1828800 h 2533650"/>
              <a:gd name="connsiteX102" fmla="*/ 704905 w 6581830"/>
              <a:gd name="connsiteY102" fmla="*/ 1857375 h 2533650"/>
              <a:gd name="connsiteX103" fmla="*/ 666805 w 6581830"/>
              <a:gd name="connsiteY103" fmla="*/ 1885950 h 2533650"/>
              <a:gd name="connsiteX104" fmla="*/ 600130 w 6581830"/>
              <a:gd name="connsiteY104" fmla="*/ 1952625 h 2533650"/>
              <a:gd name="connsiteX105" fmla="*/ 581080 w 6581830"/>
              <a:gd name="connsiteY105" fmla="*/ 1981200 h 2533650"/>
              <a:gd name="connsiteX106" fmla="*/ 552505 w 6581830"/>
              <a:gd name="connsiteY106" fmla="*/ 1990725 h 2533650"/>
              <a:gd name="connsiteX107" fmla="*/ 514405 w 6581830"/>
              <a:gd name="connsiteY107" fmla="*/ 2009775 h 2533650"/>
              <a:gd name="connsiteX108" fmla="*/ 495355 w 6581830"/>
              <a:gd name="connsiteY108" fmla="*/ 2038350 h 2533650"/>
              <a:gd name="connsiteX109" fmla="*/ 438205 w 6581830"/>
              <a:gd name="connsiteY109" fmla="*/ 2076450 h 2533650"/>
              <a:gd name="connsiteX110" fmla="*/ 371530 w 6581830"/>
              <a:gd name="connsiteY110" fmla="*/ 2133600 h 2533650"/>
              <a:gd name="connsiteX111" fmla="*/ 314380 w 6581830"/>
              <a:gd name="connsiteY111" fmla="*/ 2190750 h 2533650"/>
              <a:gd name="connsiteX112" fmla="*/ 295330 w 6581830"/>
              <a:gd name="connsiteY112" fmla="*/ 2219325 h 2533650"/>
              <a:gd name="connsiteX113" fmla="*/ 228655 w 6581830"/>
              <a:gd name="connsiteY113" fmla="*/ 2276475 h 2533650"/>
              <a:gd name="connsiteX114" fmla="*/ 181030 w 6581830"/>
              <a:gd name="connsiteY114" fmla="*/ 2333625 h 2533650"/>
              <a:gd name="connsiteX115" fmla="*/ 152455 w 6581830"/>
              <a:gd name="connsiteY115" fmla="*/ 2371725 h 2533650"/>
              <a:gd name="connsiteX116" fmla="*/ 133405 w 6581830"/>
              <a:gd name="connsiteY116" fmla="*/ 2400300 h 2533650"/>
              <a:gd name="connsiteX117" fmla="*/ 104830 w 6581830"/>
              <a:gd name="connsiteY117" fmla="*/ 2409825 h 2533650"/>
              <a:gd name="connsiteX118" fmla="*/ 95305 w 6581830"/>
              <a:gd name="connsiteY118" fmla="*/ 2438400 h 2533650"/>
              <a:gd name="connsiteX119" fmla="*/ 38155 w 6581830"/>
              <a:gd name="connsiteY119" fmla="*/ 2476500 h 2533650"/>
              <a:gd name="connsiteX120" fmla="*/ 28630 w 6581830"/>
              <a:gd name="connsiteY120" fmla="*/ 2505075 h 2533650"/>
              <a:gd name="connsiteX121" fmla="*/ 55 w 6581830"/>
              <a:gd name="connsiteY121" fmla="*/ 2533650 h 2533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6581830" h="2533650">
                <a:moveTo>
                  <a:pt x="5543605" y="1352550"/>
                </a:moveTo>
                <a:cubicBezTo>
                  <a:pt x="5565830" y="1355725"/>
                  <a:pt x="5588981" y="1354975"/>
                  <a:pt x="5610280" y="1362075"/>
                </a:cubicBezTo>
                <a:cubicBezTo>
                  <a:pt x="5627843" y="1367929"/>
                  <a:pt x="5641051" y="1382989"/>
                  <a:pt x="5657905" y="1390650"/>
                </a:cubicBezTo>
                <a:cubicBezTo>
                  <a:pt x="5686248" y="1403533"/>
                  <a:pt x="5722450" y="1411549"/>
                  <a:pt x="5753155" y="1419225"/>
                </a:cubicBezTo>
                <a:cubicBezTo>
                  <a:pt x="5759505" y="1428750"/>
                  <a:pt x="5761744" y="1443151"/>
                  <a:pt x="5772205" y="1447800"/>
                </a:cubicBezTo>
                <a:cubicBezTo>
                  <a:pt x="5792721" y="1456918"/>
                  <a:pt x="5816865" y="1452922"/>
                  <a:pt x="5838880" y="1457325"/>
                </a:cubicBezTo>
                <a:cubicBezTo>
                  <a:pt x="5848725" y="1459294"/>
                  <a:pt x="5857930" y="1463675"/>
                  <a:pt x="5867455" y="1466850"/>
                </a:cubicBezTo>
                <a:lnTo>
                  <a:pt x="6305605" y="1457325"/>
                </a:lnTo>
                <a:cubicBezTo>
                  <a:pt x="6327335" y="1456438"/>
                  <a:pt x="6370576" y="1426243"/>
                  <a:pt x="6381805" y="1419225"/>
                </a:cubicBezTo>
                <a:cubicBezTo>
                  <a:pt x="6400361" y="1407628"/>
                  <a:pt x="6433433" y="1384497"/>
                  <a:pt x="6448480" y="1371600"/>
                </a:cubicBezTo>
                <a:cubicBezTo>
                  <a:pt x="6493884" y="1332682"/>
                  <a:pt x="6457024" y="1349702"/>
                  <a:pt x="6505630" y="1333500"/>
                </a:cubicBezTo>
                <a:cubicBezTo>
                  <a:pt x="6528372" y="1265275"/>
                  <a:pt x="6495859" y="1343320"/>
                  <a:pt x="6543730" y="1285875"/>
                </a:cubicBezTo>
                <a:cubicBezTo>
                  <a:pt x="6552820" y="1274967"/>
                  <a:pt x="6557187" y="1260826"/>
                  <a:pt x="6562780" y="1247775"/>
                </a:cubicBezTo>
                <a:cubicBezTo>
                  <a:pt x="6570979" y="1228644"/>
                  <a:pt x="6576997" y="1200434"/>
                  <a:pt x="6581830" y="1181100"/>
                </a:cubicBezTo>
                <a:cubicBezTo>
                  <a:pt x="6578655" y="1123950"/>
                  <a:pt x="6579405" y="1066446"/>
                  <a:pt x="6572305" y="1009650"/>
                </a:cubicBezTo>
                <a:cubicBezTo>
                  <a:pt x="6569814" y="989725"/>
                  <a:pt x="6569963" y="963639"/>
                  <a:pt x="6553255" y="952500"/>
                </a:cubicBezTo>
                <a:lnTo>
                  <a:pt x="6524680" y="933450"/>
                </a:lnTo>
                <a:cubicBezTo>
                  <a:pt x="6521505" y="917575"/>
                  <a:pt x="6518667" y="901629"/>
                  <a:pt x="6515155" y="885825"/>
                </a:cubicBezTo>
                <a:cubicBezTo>
                  <a:pt x="6512315" y="873046"/>
                  <a:pt x="6508197" y="860562"/>
                  <a:pt x="6505630" y="847725"/>
                </a:cubicBezTo>
                <a:cubicBezTo>
                  <a:pt x="6501842" y="828787"/>
                  <a:pt x="6501187" y="809207"/>
                  <a:pt x="6496105" y="790575"/>
                </a:cubicBezTo>
                <a:cubicBezTo>
                  <a:pt x="6491606" y="774080"/>
                  <a:pt x="6481968" y="759327"/>
                  <a:pt x="6477055" y="742950"/>
                </a:cubicBezTo>
                <a:cubicBezTo>
                  <a:pt x="6472403" y="727443"/>
                  <a:pt x="6471978" y="710891"/>
                  <a:pt x="6467530" y="695325"/>
                </a:cubicBezTo>
                <a:cubicBezTo>
                  <a:pt x="6459255" y="666363"/>
                  <a:pt x="6446260" y="638821"/>
                  <a:pt x="6438955" y="609600"/>
                </a:cubicBezTo>
                <a:cubicBezTo>
                  <a:pt x="6435780" y="596900"/>
                  <a:pt x="6433026" y="584087"/>
                  <a:pt x="6429430" y="571500"/>
                </a:cubicBezTo>
                <a:cubicBezTo>
                  <a:pt x="6426672" y="561846"/>
                  <a:pt x="6422083" y="552726"/>
                  <a:pt x="6419905" y="542925"/>
                </a:cubicBezTo>
                <a:cubicBezTo>
                  <a:pt x="6402795" y="465928"/>
                  <a:pt x="6424474" y="506915"/>
                  <a:pt x="6391330" y="457200"/>
                </a:cubicBezTo>
                <a:cubicBezTo>
                  <a:pt x="6361553" y="338093"/>
                  <a:pt x="6399609" y="486178"/>
                  <a:pt x="6372280" y="390525"/>
                </a:cubicBezTo>
                <a:cubicBezTo>
                  <a:pt x="6368684" y="377938"/>
                  <a:pt x="6369250" y="363791"/>
                  <a:pt x="6362755" y="352425"/>
                </a:cubicBezTo>
                <a:cubicBezTo>
                  <a:pt x="6356072" y="340729"/>
                  <a:pt x="6343705" y="333375"/>
                  <a:pt x="6334180" y="323850"/>
                </a:cubicBezTo>
                <a:cubicBezTo>
                  <a:pt x="6329347" y="304516"/>
                  <a:pt x="6323329" y="276306"/>
                  <a:pt x="6315130" y="257175"/>
                </a:cubicBezTo>
                <a:cubicBezTo>
                  <a:pt x="6302725" y="228230"/>
                  <a:pt x="6283927" y="197725"/>
                  <a:pt x="6267505" y="171450"/>
                </a:cubicBezTo>
                <a:cubicBezTo>
                  <a:pt x="6261438" y="161742"/>
                  <a:pt x="6254135" y="152814"/>
                  <a:pt x="6248455" y="142875"/>
                </a:cubicBezTo>
                <a:cubicBezTo>
                  <a:pt x="6241410" y="130547"/>
                  <a:pt x="6238495" y="115683"/>
                  <a:pt x="6229405" y="104775"/>
                </a:cubicBezTo>
                <a:cubicBezTo>
                  <a:pt x="6222076" y="95981"/>
                  <a:pt x="6209624" y="93054"/>
                  <a:pt x="6200830" y="85725"/>
                </a:cubicBezTo>
                <a:cubicBezTo>
                  <a:pt x="6172234" y="61895"/>
                  <a:pt x="6169827" y="46411"/>
                  <a:pt x="6134155" y="28575"/>
                </a:cubicBezTo>
                <a:cubicBezTo>
                  <a:pt x="6083159" y="3077"/>
                  <a:pt x="6039105" y="5735"/>
                  <a:pt x="5981755" y="0"/>
                </a:cubicBezTo>
                <a:lnTo>
                  <a:pt x="5800780" y="9525"/>
                </a:lnTo>
                <a:cubicBezTo>
                  <a:pt x="5765789" y="11858"/>
                  <a:pt x="5730953" y="16138"/>
                  <a:pt x="5696005" y="19050"/>
                </a:cubicBezTo>
                <a:lnTo>
                  <a:pt x="5457880" y="38100"/>
                </a:lnTo>
                <a:lnTo>
                  <a:pt x="5324530" y="47625"/>
                </a:lnTo>
                <a:cubicBezTo>
                  <a:pt x="5289573" y="50422"/>
                  <a:pt x="5254741" y="54737"/>
                  <a:pt x="5219755" y="57150"/>
                </a:cubicBezTo>
                <a:cubicBezTo>
                  <a:pt x="5162653" y="61088"/>
                  <a:pt x="5105455" y="63500"/>
                  <a:pt x="5048305" y="66675"/>
                </a:cubicBezTo>
                <a:cubicBezTo>
                  <a:pt x="5022905" y="73025"/>
                  <a:pt x="4997778" y="80590"/>
                  <a:pt x="4972105" y="85725"/>
                </a:cubicBezTo>
                <a:cubicBezTo>
                  <a:pt x="4950090" y="90128"/>
                  <a:pt x="4927606" y="91749"/>
                  <a:pt x="4905430" y="95250"/>
                </a:cubicBezTo>
                <a:lnTo>
                  <a:pt x="4791130" y="114300"/>
                </a:lnTo>
                <a:lnTo>
                  <a:pt x="4581580" y="104775"/>
                </a:lnTo>
                <a:cubicBezTo>
                  <a:pt x="4537085" y="102303"/>
                  <a:pt x="4492790" y="94700"/>
                  <a:pt x="4448230" y="95250"/>
                </a:cubicBezTo>
                <a:cubicBezTo>
                  <a:pt x="4235426" y="97877"/>
                  <a:pt x="4022780" y="107950"/>
                  <a:pt x="3810055" y="114300"/>
                </a:cubicBezTo>
                <a:cubicBezTo>
                  <a:pt x="3791005" y="117475"/>
                  <a:pt x="3771537" y="118743"/>
                  <a:pt x="3752905" y="123825"/>
                </a:cubicBezTo>
                <a:cubicBezTo>
                  <a:pt x="3736410" y="128324"/>
                  <a:pt x="3721867" y="138728"/>
                  <a:pt x="3705280" y="142875"/>
                </a:cubicBezTo>
                <a:cubicBezTo>
                  <a:pt x="3683500" y="148320"/>
                  <a:pt x="3660694" y="148384"/>
                  <a:pt x="3638605" y="152400"/>
                </a:cubicBezTo>
                <a:cubicBezTo>
                  <a:pt x="3573966" y="164152"/>
                  <a:pt x="3625657" y="159570"/>
                  <a:pt x="3552880" y="180975"/>
                </a:cubicBezTo>
                <a:cubicBezTo>
                  <a:pt x="3515203" y="192056"/>
                  <a:pt x="3476680" y="200025"/>
                  <a:pt x="3438580" y="209550"/>
                </a:cubicBezTo>
                <a:cubicBezTo>
                  <a:pt x="3352404" y="231094"/>
                  <a:pt x="3458360" y="204155"/>
                  <a:pt x="3333805" y="238125"/>
                </a:cubicBezTo>
                <a:cubicBezTo>
                  <a:pt x="3297109" y="248133"/>
                  <a:pt x="3299577" y="245008"/>
                  <a:pt x="3267130" y="257175"/>
                </a:cubicBezTo>
                <a:cubicBezTo>
                  <a:pt x="3251121" y="263178"/>
                  <a:pt x="3235725" y="270818"/>
                  <a:pt x="3219505" y="276225"/>
                </a:cubicBezTo>
                <a:cubicBezTo>
                  <a:pt x="3207174" y="280335"/>
                  <a:pt x="3166589" y="287631"/>
                  <a:pt x="3152830" y="295275"/>
                </a:cubicBezTo>
                <a:cubicBezTo>
                  <a:pt x="3132816" y="306394"/>
                  <a:pt x="3114730" y="320675"/>
                  <a:pt x="3095680" y="333375"/>
                </a:cubicBezTo>
                <a:cubicBezTo>
                  <a:pt x="3086155" y="339725"/>
                  <a:pt x="3077965" y="348805"/>
                  <a:pt x="3067105" y="352425"/>
                </a:cubicBezTo>
                <a:lnTo>
                  <a:pt x="3009955" y="371475"/>
                </a:lnTo>
                <a:cubicBezTo>
                  <a:pt x="2946455" y="368300"/>
                  <a:pt x="2882757" y="367885"/>
                  <a:pt x="2819455" y="361950"/>
                </a:cubicBezTo>
                <a:cubicBezTo>
                  <a:pt x="2780998" y="358345"/>
                  <a:pt x="2705155" y="342900"/>
                  <a:pt x="2705155" y="342900"/>
                </a:cubicBezTo>
                <a:cubicBezTo>
                  <a:pt x="2695630" y="336550"/>
                  <a:pt x="2686819" y="328970"/>
                  <a:pt x="2676580" y="323850"/>
                </a:cubicBezTo>
                <a:cubicBezTo>
                  <a:pt x="2652588" y="311854"/>
                  <a:pt x="2613850" y="308981"/>
                  <a:pt x="2590855" y="304800"/>
                </a:cubicBezTo>
                <a:cubicBezTo>
                  <a:pt x="2574927" y="301904"/>
                  <a:pt x="2559294" y="297283"/>
                  <a:pt x="2543230" y="295275"/>
                </a:cubicBezTo>
                <a:cubicBezTo>
                  <a:pt x="2317760" y="267091"/>
                  <a:pt x="2528922" y="300828"/>
                  <a:pt x="2381305" y="276225"/>
                </a:cubicBezTo>
                <a:cubicBezTo>
                  <a:pt x="2308657" y="239901"/>
                  <a:pt x="2357211" y="259509"/>
                  <a:pt x="2228905" y="238125"/>
                </a:cubicBezTo>
                <a:lnTo>
                  <a:pt x="2228905" y="238125"/>
                </a:lnTo>
                <a:cubicBezTo>
                  <a:pt x="2160392" y="215287"/>
                  <a:pt x="2245951" y="242995"/>
                  <a:pt x="2162230" y="219075"/>
                </a:cubicBezTo>
                <a:cubicBezTo>
                  <a:pt x="2152576" y="216317"/>
                  <a:pt x="2143456" y="211728"/>
                  <a:pt x="2133655" y="209550"/>
                </a:cubicBezTo>
                <a:cubicBezTo>
                  <a:pt x="2114802" y="205360"/>
                  <a:pt x="2095389" y="204072"/>
                  <a:pt x="2076505" y="200025"/>
                </a:cubicBezTo>
                <a:cubicBezTo>
                  <a:pt x="2050904" y="194539"/>
                  <a:pt x="2025705" y="187325"/>
                  <a:pt x="2000305" y="180975"/>
                </a:cubicBezTo>
                <a:cubicBezTo>
                  <a:pt x="1892355" y="187325"/>
                  <a:pt x="1783618" y="185544"/>
                  <a:pt x="1676455" y="200025"/>
                </a:cubicBezTo>
                <a:cubicBezTo>
                  <a:pt x="1663106" y="201829"/>
                  <a:pt x="1659088" y="221128"/>
                  <a:pt x="1647880" y="228600"/>
                </a:cubicBezTo>
                <a:cubicBezTo>
                  <a:pt x="1639526" y="234169"/>
                  <a:pt x="1628830" y="234950"/>
                  <a:pt x="1619305" y="238125"/>
                </a:cubicBezTo>
                <a:cubicBezTo>
                  <a:pt x="1611834" y="253066"/>
                  <a:pt x="1594668" y="291337"/>
                  <a:pt x="1581205" y="304800"/>
                </a:cubicBezTo>
                <a:cubicBezTo>
                  <a:pt x="1569980" y="316025"/>
                  <a:pt x="1554330" y="322150"/>
                  <a:pt x="1543105" y="333375"/>
                </a:cubicBezTo>
                <a:cubicBezTo>
                  <a:pt x="1479605" y="396875"/>
                  <a:pt x="1571680" y="330200"/>
                  <a:pt x="1495480" y="381000"/>
                </a:cubicBezTo>
                <a:cubicBezTo>
                  <a:pt x="1480403" y="403615"/>
                  <a:pt x="1465577" y="427000"/>
                  <a:pt x="1447855" y="447675"/>
                </a:cubicBezTo>
                <a:cubicBezTo>
                  <a:pt x="1439089" y="457902"/>
                  <a:pt x="1428805" y="466725"/>
                  <a:pt x="1419280" y="476250"/>
                </a:cubicBezTo>
                <a:cubicBezTo>
                  <a:pt x="1416105" y="485775"/>
                  <a:pt x="1412513" y="495171"/>
                  <a:pt x="1409755" y="504825"/>
                </a:cubicBezTo>
                <a:cubicBezTo>
                  <a:pt x="1406159" y="517412"/>
                  <a:pt x="1404827" y="530668"/>
                  <a:pt x="1400230" y="542925"/>
                </a:cubicBezTo>
                <a:cubicBezTo>
                  <a:pt x="1389872" y="570547"/>
                  <a:pt x="1377921" y="585913"/>
                  <a:pt x="1362130" y="609600"/>
                </a:cubicBezTo>
                <a:cubicBezTo>
                  <a:pt x="1358955" y="628650"/>
                  <a:pt x="1356795" y="647897"/>
                  <a:pt x="1352605" y="666750"/>
                </a:cubicBezTo>
                <a:cubicBezTo>
                  <a:pt x="1350427" y="676551"/>
                  <a:pt x="1345049" y="685480"/>
                  <a:pt x="1343080" y="695325"/>
                </a:cubicBezTo>
                <a:cubicBezTo>
                  <a:pt x="1330598" y="757735"/>
                  <a:pt x="1331247" y="811343"/>
                  <a:pt x="1324030" y="876300"/>
                </a:cubicBezTo>
                <a:cubicBezTo>
                  <a:pt x="1318529" y="925808"/>
                  <a:pt x="1305301" y="969943"/>
                  <a:pt x="1295455" y="1019175"/>
                </a:cubicBezTo>
                <a:cubicBezTo>
                  <a:pt x="1260863" y="1192135"/>
                  <a:pt x="1304211" y="1002945"/>
                  <a:pt x="1276405" y="1104900"/>
                </a:cubicBezTo>
                <a:cubicBezTo>
                  <a:pt x="1265721" y="1144074"/>
                  <a:pt x="1255483" y="1199600"/>
                  <a:pt x="1238305" y="1238250"/>
                </a:cubicBezTo>
                <a:cubicBezTo>
                  <a:pt x="1233656" y="1248711"/>
                  <a:pt x="1225605" y="1257300"/>
                  <a:pt x="1219255" y="1266825"/>
                </a:cubicBezTo>
                <a:cubicBezTo>
                  <a:pt x="1212905" y="1292225"/>
                  <a:pt x="1214728" y="1321240"/>
                  <a:pt x="1200205" y="1343025"/>
                </a:cubicBezTo>
                <a:cubicBezTo>
                  <a:pt x="1193855" y="1352550"/>
                  <a:pt x="1187222" y="1361892"/>
                  <a:pt x="1181155" y="1371600"/>
                </a:cubicBezTo>
                <a:cubicBezTo>
                  <a:pt x="1171343" y="1387299"/>
                  <a:pt x="1162849" y="1403821"/>
                  <a:pt x="1152580" y="1419225"/>
                </a:cubicBezTo>
                <a:cubicBezTo>
                  <a:pt x="1143774" y="1432434"/>
                  <a:pt x="1132173" y="1443712"/>
                  <a:pt x="1124005" y="1457325"/>
                </a:cubicBezTo>
                <a:cubicBezTo>
                  <a:pt x="1113047" y="1475588"/>
                  <a:pt x="1108209" y="1497436"/>
                  <a:pt x="1095430" y="1514475"/>
                </a:cubicBezTo>
                <a:cubicBezTo>
                  <a:pt x="1088561" y="1523633"/>
                  <a:pt x="1074950" y="1525430"/>
                  <a:pt x="1066855" y="1533525"/>
                </a:cubicBezTo>
                <a:cubicBezTo>
                  <a:pt x="1055630" y="1544750"/>
                  <a:pt x="1048827" y="1559760"/>
                  <a:pt x="1038280" y="1571625"/>
                </a:cubicBezTo>
                <a:cubicBezTo>
                  <a:pt x="991279" y="1624501"/>
                  <a:pt x="954985" y="1647786"/>
                  <a:pt x="895405" y="1695450"/>
                </a:cubicBezTo>
                <a:cubicBezTo>
                  <a:pt x="892230" y="1704975"/>
                  <a:pt x="892980" y="1716925"/>
                  <a:pt x="885880" y="1724025"/>
                </a:cubicBezTo>
                <a:cubicBezTo>
                  <a:pt x="878780" y="1731125"/>
                  <a:pt x="866082" y="1728674"/>
                  <a:pt x="857305" y="1733550"/>
                </a:cubicBezTo>
                <a:cubicBezTo>
                  <a:pt x="837291" y="1744669"/>
                  <a:pt x="819205" y="1758950"/>
                  <a:pt x="800155" y="1771650"/>
                </a:cubicBezTo>
                <a:cubicBezTo>
                  <a:pt x="763732" y="1826285"/>
                  <a:pt x="802410" y="1777103"/>
                  <a:pt x="733480" y="1828800"/>
                </a:cubicBezTo>
                <a:cubicBezTo>
                  <a:pt x="722704" y="1836882"/>
                  <a:pt x="715132" y="1848609"/>
                  <a:pt x="704905" y="1857375"/>
                </a:cubicBezTo>
                <a:cubicBezTo>
                  <a:pt x="692852" y="1867706"/>
                  <a:pt x="678552" y="1875271"/>
                  <a:pt x="666805" y="1885950"/>
                </a:cubicBezTo>
                <a:cubicBezTo>
                  <a:pt x="643548" y="1907093"/>
                  <a:pt x="617565" y="1926473"/>
                  <a:pt x="600130" y="1952625"/>
                </a:cubicBezTo>
                <a:cubicBezTo>
                  <a:pt x="593780" y="1962150"/>
                  <a:pt x="590019" y="1974049"/>
                  <a:pt x="581080" y="1981200"/>
                </a:cubicBezTo>
                <a:cubicBezTo>
                  <a:pt x="573240" y="1987472"/>
                  <a:pt x="561733" y="1986770"/>
                  <a:pt x="552505" y="1990725"/>
                </a:cubicBezTo>
                <a:cubicBezTo>
                  <a:pt x="539454" y="1996318"/>
                  <a:pt x="527105" y="2003425"/>
                  <a:pt x="514405" y="2009775"/>
                </a:cubicBezTo>
                <a:cubicBezTo>
                  <a:pt x="508055" y="2019300"/>
                  <a:pt x="503970" y="2030812"/>
                  <a:pt x="495355" y="2038350"/>
                </a:cubicBezTo>
                <a:cubicBezTo>
                  <a:pt x="478125" y="2053427"/>
                  <a:pt x="438205" y="2076450"/>
                  <a:pt x="438205" y="2076450"/>
                </a:cubicBezTo>
                <a:cubicBezTo>
                  <a:pt x="380471" y="2163051"/>
                  <a:pt x="474924" y="2030206"/>
                  <a:pt x="371530" y="2133600"/>
                </a:cubicBezTo>
                <a:cubicBezTo>
                  <a:pt x="295330" y="2209800"/>
                  <a:pt x="415980" y="2139950"/>
                  <a:pt x="314380" y="2190750"/>
                </a:cubicBezTo>
                <a:cubicBezTo>
                  <a:pt x="308030" y="2200275"/>
                  <a:pt x="302659" y="2210531"/>
                  <a:pt x="295330" y="2219325"/>
                </a:cubicBezTo>
                <a:cubicBezTo>
                  <a:pt x="273219" y="2245859"/>
                  <a:pt x="256685" y="2255453"/>
                  <a:pt x="228655" y="2276475"/>
                </a:cubicBezTo>
                <a:cubicBezTo>
                  <a:pt x="210463" y="2331052"/>
                  <a:pt x="232929" y="2281726"/>
                  <a:pt x="181030" y="2333625"/>
                </a:cubicBezTo>
                <a:cubicBezTo>
                  <a:pt x="169805" y="2344850"/>
                  <a:pt x="161682" y="2358807"/>
                  <a:pt x="152455" y="2371725"/>
                </a:cubicBezTo>
                <a:cubicBezTo>
                  <a:pt x="145801" y="2381040"/>
                  <a:pt x="142344" y="2393149"/>
                  <a:pt x="133405" y="2400300"/>
                </a:cubicBezTo>
                <a:cubicBezTo>
                  <a:pt x="125565" y="2406572"/>
                  <a:pt x="114355" y="2406650"/>
                  <a:pt x="104830" y="2409825"/>
                </a:cubicBezTo>
                <a:cubicBezTo>
                  <a:pt x="101655" y="2419350"/>
                  <a:pt x="102405" y="2431300"/>
                  <a:pt x="95305" y="2438400"/>
                </a:cubicBezTo>
                <a:cubicBezTo>
                  <a:pt x="79116" y="2454589"/>
                  <a:pt x="38155" y="2476500"/>
                  <a:pt x="38155" y="2476500"/>
                </a:cubicBezTo>
                <a:cubicBezTo>
                  <a:pt x="34980" y="2486025"/>
                  <a:pt x="34902" y="2497235"/>
                  <a:pt x="28630" y="2505075"/>
                </a:cubicBezTo>
                <a:cubicBezTo>
                  <a:pt x="-2587" y="2544096"/>
                  <a:pt x="55" y="2507627"/>
                  <a:pt x="55" y="2533650"/>
                </a:cubicBezTo>
              </a:path>
            </a:pathLst>
          </a:custGeom>
          <a:noFill/>
          <a:ln w="508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 rot="20099967">
            <a:off x="6420093" y="3205863"/>
            <a:ext cx="1671676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sz="1200" dirty="0"/>
              <a:t>ANALOG AUDIO TO DSP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873" y="3234267"/>
            <a:ext cx="1182311" cy="46166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200" dirty="0" smtClean="0"/>
              <a:t>ANALOG AUDIO</a:t>
            </a:r>
          </a:p>
          <a:p>
            <a:pPr algn="ctr"/>
            <a:r>
              <a:rPr lang="en-US" sz="1200" dirty="0" smtClean="0"/>
              <a:t>TO OUTPUT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5634141" y="994975"/>
            <a:ext cx="1808059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sz="1200" dirty="0"/>
              <a:t>ANALOG AUDIO </a:t>
            </a:r>
            <a:r>
              <a:rPr lang="en-US" sz="1200" dirty="0" smtClean="0"/>
              <a:t>TO ESP32</a:t>
            </a:r>
            <a:endParaRPr lang="en-US" sz="1200" dirty="0"/>
          </a:p>
        </p:txBody>
      </p:sp>
      <p:sp>
        <p:nvSpPr>
          <p:cNvPr id="31" name="Freeform 30"/>
          <p:cNvSpPr/>
          <p:nvPr/>
        </p:nvSpPr>
        <p:spPr>
          <a:xfrm>
            <a:off x="5753100" y="3257550"/>
            <a:ext cx="600075" cy="1238250"/>
          </a:xfrm>
          <a:custGeom>
            <a:avLst/>
            <a:gdLst>
              <a:gd name="connsiteX0" fmla="*/ 600075 w 600075"/>
              <a:gd name="connsiteY0" fmla="*/ 885825 h 1238250"/>
              <a:gd name="connsiteX1" fmla="*/ 590550 w 600075"/>
              <a:gd name="connsiteY1" fmla="*/ 1123950 h 1238250"/>
              <a:gd name="connsiteX2" fmla="*/ 561975 w 600075"/>
              <a:gd name="connsiteY2" fmla="*/ 1190625 h 1238250"/>
              <a:gd name="connsiteX3" fmla="*/ 504825 w 600075"/>
              <a:gd name="connsiteY3" fmla="*/ 1209675 h 1238250"/>
              <a:gd name="connsiteX4" fmla="*/ 438150 w 600075"/>
              <a:gd name="connsiteY4" fmla="*/ 1228725 h 1238250"/>
              <a:gd name="connsiteX5" fmla="*/ 400050 w 600075"/>
              <a:gd name="connsiteY5" fmla="*/ 1238250 h 1238250"/>
              <a:gd name="connsiteX6" fmla="*/ 333375 w 600075"/>
              <a:gd name="connsiteY6" fmla="*/ 1228725 h 1238250"/>
              <a:gd name="connsiteX7" fmla="*/ 266700 w 600075"/>
              <a:gd name="connsiteY7" fmla="*/ 1200150 h 1238250"/>
              <a:gd name="connsiteX8" fmla="*/ 238125 w 600075"/>
              <a:gd name="connsiteY8" fmla="*/ 1181100 h 1238250"/>
              <a:gd name="connsiteX9" fmla="*/ 200025 w 600075"/>
              <a:gd name="connsiteY9" fmla="*/ 1162050 h 1238250"/>
              <a:gd name="connsiteX10" fmla="*/ 171450 w 600075"/>
              <a:gd name="connsiteY10" fmla="*/ 1133475 h 1238250"/>
              <a:gd name="connsiteX11" fmla="*/ 152400 w 600075"/>
              <a:gd name="connsiteY11" fmla="*/ 1104900 h 1238250"/>
              <a:gd name="connsiteX12" fmla="*/ 123825 w 600075"/>
              <a:gd name="connsiteY12" fmla="*/ 1095375 h 1238250"/>
              <a:gd name="connsiteX13" fmla="*/ 85725 w 600075"/>
              <a:gd name="connsiteY13" fmla="*/ 1038225 h 1238250"/>
              <a:gd name="connsiteX14" fmla="*/ 66675 w 600075"/>
              <a:gd name="connsiteY14" fmla="*/ 1009650 h 1238250"/>
              <a:gd name="connsiteX15" fmla="*/ 38100 w 600075"/>
              <a:gd name="connsiteY15" fmla="*/ 914400 h 1238250"/>
              <a:gd name="connsiteX16" fmla="*/ 47625 w 600075"/>
              <a:gd name="connsiteY16" fmla="*/ 685800 h 1238250"/>
              <a:gd name="connsiteX17" fmla="*/ 57150 w 600075"/>
              <a:gd name="connsiteY17" fmla="*/ 647700 h 1238250"/>
              <a:gd name="connsiteX18" fmla="*/ 76200 w 600075"/>
              <a:gd name="connsiteY18" fmla="*/ 609600 h 1238250"/>
              <a:gd name="connsiteX19" fmla="*/ 85725 w 600075"/>
              <a:gd name="connsiteY19" fmla="*/ 552450 h 1238250"/>
              <a:gd name="connsiteX20" fmla="*/ 104775 w 600075"/>
              <a:gd name="connsiteY20" fmla="*/ 409575 h 1238250"/>
              <a:gd name="connsiteX21" fmla="*/ 85725 w 600075"/>
              <a:gd name="connsiteY21" fmla="*/ 142875 h 1238250"/>
              <a:gd name="connsiteX22" fmla="*/ 66675 w 600075"/>
              <a:gd name="connsiteY22" fmla="*/ 104775 h 1238250"/>
              <a:gd name="connsiteX23" fmla="*/ 57150 w 600075"/>
              <a:gd name="connsiteY23" fmla="*/ 76200 h 1238250"/>
              <a:gd name="connsiteX24" fmla="*/ 19050 w 600075"/>
              <a:gd name="connsiteY24" fmla="*/ 9525 h 1238250"/>
              <a:gd name="connsiteX25" fmla="*/ 0 w 600075"/>
              <a:gd name="connsiteY25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0075" h="1238250">
                <a:moveTo>
                  <a:pt x="600075" y="885825"/>
                </a:moveTo>
                <a:cubicBezTo>
                  <a:pt x="596900" y="965200"/>
                  <a:pt x="596210" y="1044713"/>
                  <a:pt x="590550" y="1123950"/>
                </a:cubicBezTo>
                <a:cubicBezTo>
                  <a:pt x="589740" y="1135285"/>
                  <a:pt x="566840" y="1186976"/>
                  <a:pt x="561975" y="1190625"/>
                </a:cubicBezTo>
                <a:cubicBezTo>
                  <a:pt x="545911" y="1202673"/>
                  <a:pt x="524306" y="1204805"/>
                  <a:pt x="504825" y="1209675"/>
                </a:cubicBezTo>
                <a:cubicBezTo>
                  <a:pt x="385718" y="1239452"/>
                  <a:pt x="533803" y="1201396"/>
                  <a:pt x="438150" y="1228725"/>
                </a:cubicBezTo>
                <a:cubicBezTo>
                  <a:pt x="425563" y="1232321"/>
                  <a:pt x="412750" y="1235075"/>
                  <a:pt x="400050" y="1238250"/>
                </a:cubicBezTo>
                <a:cubicBezTo>
                  <a:pt x="377825" y="1235075"/>
                  <a:pt x="355390" y="1233128"/>
                  <a:pt x="333375" y="1228725"/>
                </a:cubicBezTo>
                <a:cubicBezTo>
                  <a:pt x="312825" y="1224615"/>
                  <a:pt x="283381" y="1209682"/>
                  <a:pt x="266700" y="1200150"/>
                </a:cubicBezTo>
                <a:cubicBezTo>
                  <a:pt x="256761" y="1194470"/>
                  <a:pt x="248064" y="1186780"/>
                  <a:pt x="238125" y="1181100"/>
                </a:cubicBezTo>
                <a:cubicBezTo>
                  <a:pt x="225797" y="1174055"/>
                  <a:pt x="211579" y="1170303"/>
                  <a:pt x="200025" y="1162050"/>
                </a:cubicBezTo>
                <a:cubicBezTo>
                  <a:pt x="189064" y="1154220"/>
                  <a:pt x="180074" y="1143823"/>
                  <a:pt x="171450" y="1133475"/>
                </a:cubicBezTo>
                <a:cubicBezTo>
                  <a:pt x="164121" y="1124681"/>
                  <a:pt x="161339" y="1112051"/>
                  <a:pt x="152400" y="1104900"/>
                </a:cubicBezTo>
                <a:cubicBezTo>
                  <a:pt x="144560" y="1098628"/>
                  <a:pt x="133350" y="1098550"/>
                  <a:pt x="123825" y="1095375"/>
                </a:cubicBezTo>
                <a:lnTo>
                  <a:pt x="85725" y="1038225"/>
                </a:lnTo>
                <a:cubicBezTo>
                  <a:pt x="79375" y="1028700"/>
                  <a:pt x="70295" y="1020510"/>
                  <a:pt x="66675" y="1009650"/>
                </a:cubicBezTo>
                <a:cubicBezTo>
                  <a:pt x="43485" y="940081"/>
                  <a:pt x="52495" y="971981"/>
                  <a:pt x="38100" y="914400"/>
                </a:cubicBezTo>
                <a:cubicBezTo>
                  <a:pt x="41275" y="838200"/>
                  <a:pt x="42191" y="761872"/>
                  <a:pt x="47625" y="685800"/>
                </a:cubicBezTo>
                <a:cubicBezTo>
                  <a:pt x="48558" y="672742"/>
                  <a:pt x="52553" y="659957"/>
                  <a:pt x="57150" y="647700"/>
                </a:cubicBezTo>
                <a:cubicBezTo>
                  <a:pt x="62136" y="634405"/>
                  <a:pt x="69850" y="622300"/>
                  <a:pt x="76200" y="609600"/>
                </a:cubicBezTo>
                <a:cubicBezTo>
                  <a:pt x="79375" y="590550"/>
                  <a:pt x="83173" y="571593"/>
                  <a:pt x="85725" y="552450"/>
                </a:cubicBezTo>
                <a:cubicBezTo>
                  <a:pt x="109040" y="377584"/>
                  <a:pt x="82693" y="542070"/>
                  <a:pt x="104775" y="409575"/>
                </a:cubicBezTo>
                <a:cubicBezTo>
                  <a:pt x="102911" y="362974"/>
                  <a:pt x="119352" y="221337"/>
                  <a:pt x="85725" y="142875"/>
                </a:cubicBezTo>
                <a:cubicBezTo>
                  <a:pt x="80132" y="129824"/>
                  <a:pt x="72268" y="117826"/>
                  <a:pt x="66675" y="104775"/>
                </a:cubicBezTo>
                <a:cubicBezTo>
                  <a:pt x="62720" y="95547"/>
                  <a:pt x="61105" y="85428"/>
                  <a:pt x="57150" y="76200"/>
                </a:cubicBezTo>
                <a:cubicBezTo>
                  <a:pt x="51547" y="63126"/>
                  <a:pt x="31007" y="21482"/>
                  <a:pt x="19050" y="9525"/>
                </a:cubicBezTo>
                <a:cubicBezTo>
                  <a:pt x="14030" y="4505"/>
                  <a:pt x="6350" y="3175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887983" y="3863459"/>
            <a:ext cx="465192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I2S</a:t>
            </a:r>
            <a:endParaRPr lang="en-US" dirty="0"/>
          </a:p>
        </p:txBody>
      </p:sp>
      <p:sp>
        <p:nvSpPr>
          <p:cNvPr id="33" name="Freeform 32"/>
          <p:cNvSpPr/>
          <p:nvPr/>
        </p:nvSpPr>
        <p:spPr>
          <a:xfrm>
            <a:off x="4647367" y="2219358"/>
            <a:ext cx="1124783" cy="1933542"/>
          </a:xfrm>
          <a:custGeom>
            <a:avLst/>
            <a:gdLst>
              <a:gd name="connsiteX0" fmla="*/ 1124783 w 1124783"/>
              <a:gd name="connsiteY0" fmla="*/ 1933542 h 1933542"/>
              <a:gd name="connsiteX1" fmla="*/ 1039058 w 1124783"/>
              <a:gd name="connsiteY1" fmla="*/ 1914492 h 1933542"/>
              <a:gd name="connsiteX2" fmla="*/ 972383 w 1124783"/>
              <a:gd name="connsiteY2" fmla="*/ 1895442 h 1933542"/>
              <a:gd name="connsiteX3" fmla="*/ 943808 w 1124783"/>
              <a:gd name="connsiteY3" fmla="*/ 1876392 h 1933542"/>
              <a:gd name="connsiteX4" fmla="*/ 905708 w 1124783"/>
              <a:gd name="connsiteY4" fmla="*/ 1828767 h 1933542"/>
              <a:gd name="connsiteX5" fmla="*/ 877133 w 1124783"/>
              <a:gd name="connsiteY5" fmla="*/ 1762092 h 1933542"/>
              <a:gd name="connsiteX6" fmla="*/ 858083 w 1124783"/>
              <a:gd name="connsiteY6" fmla="*/ 1695417 h 1933542"/>
              <a:gd name="connsiteX7" fmla="*/ 839033 w 1124783"/>
              <a:gd name="connsiteY7" fmla="*/ 1666842 h 1933542"/>
              <a:gd name="connsiteX8" fmla="*/ 819983 w 1124783"/>
              <a:gd name="connsiteY8" fmla="*/ 1571592 h 1933542"/>
              <a:gd name="connsiteX9" fmla="*/ 810458 w 1124783"/>
              <a:gd name="connsiteY9" fmla="*/ 1266792 h 1933542"/>
              <a:gd name="connsiteX10" fmla="*/ 791408 w 1124783"/>
              <a:gd name="connsiteY10" fmla="*/ 1238217 h 1933542"/>
              <a:gd name="connsiteX11" fmla="*/ 762833 w 1124783"/>
              <a:gd name="connsiteY11" fmla="*/ 1228692 h 1933542"/>
              <a:gd name="connsiteX12" fmla="*/ 677108 w 1124783"/>
              <a:gd name="connsiteY12" fmla="*/ 1152492 h 1933542"/>
              <a:gd name="connsiteX13" fmla="*/ 629483 w 1124783"/>
              <a:gd name="connsiteY13" fmla="*/ 1104867 h 1933542"/>
              <a:gd name="connsiteX14" fmla="*/ 572333 w 1124783"/>
              <a:gd name="connsiteY14" fmla="*/ 1047717 h 1933542"/>
              <a:gd name="connsiteX15" fmla="*/ 505658 w 1124783"/>
              <a:gd name="connsiteY15" fmla="*/ 1009617 h 1933542"/>
              <a:gd name="connsiteX16" fmla="*/ 438983 w 1124783"/>
              <a:gd name="connsiteY16" fmla="*/ 981042 h 1933542"/>
              <a:gd name="connsiteX17" fmla="*/ 286583 w 1124783"/>
              <a:gd name="connsiteY17" fmla="*/ 1009617 h 1933542"/>
              <a:gd name="connsiteX18" fmla="*/ 258008 w 1124783"/>
              <a:gd name="connsiteY18" fmla="*/ 1019142 h 1933542"/>
              <a:gd name="connsiteX19" fmla="*/ 153233 w 1124783"/>
              <a:gd name="connsiteY19" fmla="*/ 990567 h 1933542"/>
              <a:gd name="connsiteX20" fmla="*/ 124658 w 1124783"/>
              <a:gd name="connsiteY20" fmla="*/ 981042 h 1933542"/>
              <a:gd name="connsiteX21" fmla="*/ 29408 w 1124783"/>
              <a:gd name="connsiteY21" fmla="*/ 923892 h 1933542"/>
              <a:gd name="connsiteX22" fmla="*/ 19883 w 1124783"/>
              <a:gd name="connsiteY22" fmla="*/ 895317 h 1933542"/>
              <a:gd name="connsiteX23" fmla="*/ 833 w 1124783"/>
              <a:gd name="connsiteY23" fmla="*/ 866742 h 1933542"/>
              <a:gd name="connsiteX24" fmla="*/ 10358 w 1124783"/>
              <a:gd name="connsiteY24" fmla="*/ 695292 h 1933542"/>
              <a:gd name="connsiteX25" fmla="*/ 29408 w 1124783"/>
              <a:gd name="connsiteY25" fmla="*/ 666717 h 1933542"/>
              <a:gd name="connsiteX26" fmla="*/ 38933 w 1124783"/>
              <a:gd name="connsiteY26" fmla="*/ 638142 h 1933542"/>
              <a:gd name="connsiteX27" fmla="*/ 67508 w 1124783"/>
              <a:gd name="connsiteY27" fmla="*/ 542892 h 1933542"/>
              <a:gd name="connsiteX28" fmla="*/ 86558 w 1124783"/>
              <a:gd name="connsiteY28" fmla="*/ 514317 h 1933542"/>
              <a:gd name="connsiteX29" fmla="*/ 96083 w 1124783"/>
              <a:gd name="connsiteY29" fmla="*/ 476217 h 1933542"/>
              <a:gd name="connsiteX30" fmla="*/ 105608 w 1124783"/>
              <a:gd name="connsiteY30" fmla="*/ 447642 h 1933542"/>
              <a:gd name="connsiteX31" fmla="*/ 134183 w 1124783"/>
              <a:gd name="connsiteY31" fmla="*/ 342867 h 1933542"/>
              <a:gd name="connsiteX32" fmla="*/ 153233 w 1124783"/>
              <a:gd name="connsiteY32" fmla="*/ 314292 h 1933542"/>
              <a:gd name="connsiteX33" fmla="*/ 200858 w 1124783"/>
              <a:gd name="connsiteY33" fmla="*/ 238092 h 1933542"/>
              <a:gd name="connsiteX34" fmla="*/ 248483 w 1124783"/>
              <a:gd name="connsiteY34" fmla="*/ 190467 h 1933542"/>
              <a:gd name="connsiteX35" fmla="*/ 315158 w 1124783"/>
              <a:gd name="connsiteY35" fmla="*/ 133317 h 1933542"/>
              <a:gd name="connsiteX36" fmla="*/ 353258 w 1124783"/>
              <a:gd name="connsiteY36" fmla="*/ 104742 h 1933542"/>
              <a:gd name="connsiteX37" fmla="*/ 372308 w 1124783"/>
              <a:gd name="connsiteY37" fmla="*/ 76167 h 1933542"/>
              <a:gd name="connsiteX38" fmla="*/ 400883 w 1124783"/>
              <a:gd name="connsiteY38" fmla="*/ 66642 h 1933542"/>
              <a:gd name="connsiteX39" fmla="*/ 429458 w 1124783"/>
              <a:gd name="connsiteY39" fmla="*/ 47592 h 1933542"/>
              <a:gd name="connsiteX40" fmla="*/ 458033 w 1124783"/>
              <a:gd name="connsiteY40" fmla="*/ 38067 h 1933542"/>
              <a:gd name="connsiteX41" fmla="*/ 562808 w 1124783"/>
              <a:gd name="connsiteY41" fmla="*/ 9492 h 1933542"/>
              <a:gd name="connsiteX42" fmla="*/ 934283 w 1124783"/>
              <a:gd name="connsiteY42" fmla="*/ 38067 h 1933542"/>
              <a:gd name="connsiteX43" fmla="*/ 962858 w 1124783"/>
              <a:gd name="connsiteY43" fmla="*/ 57117 h 1933542"/>
              <a:gd name="connsiteX44" fmla="*/ 972383 w 1124783"/>
              <a:gd name="connsiteY44" fmla="*/ 85692 h 1933542"/>
              <a:gd name="connsiteX45" fmla="*/ 991433 w 1124783"/>
              <a:gd name="connsiteY45" fmla="*/ 114267 h 1933542"/>
              <a:gd name="connsiteX46" fmla="*/ 1010483 w 1124783"/>
              <a:gd name="connsiteY46" fmla="*/ 171417 h 1933542"/>
              <a:gd name="connsiteX47" fmla="*/ 981908 w 1124783"/>
              <a:gd name="connsiteY47" fmla="*/ 304767 h 1933542"/>
              <a:gd name="connsiteX48" fmla="*/ 953333 w 1124783"/>
              <a:gd name="connsiteY48" fmla="*/ 323817 h 1933542"/>
              <a:gd name="connsiteX49" fmla="*/ 943808 w 1124783"/>
              <a:gd name="connsiteY49" fmla="*/ 352392 h 1933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24783" h="1933542">
                <a:moveTo>
                  <a:pt x="1124783" y="1933542"/>
                </a:moveTo>
                <a:cubicBezTo>
                  <a:pt x="1092047" y="1926995"/>
                  <a:pt x="1070445" y="1923460"/>
                  <a:pt x="1039058" y="1914492"/>
                </a:cubicBezTo>
                <a:cubicBezTo>
                  <a:pt x="943405" y="1887163"/>
                  <a:pt x="1091490" y="1925219"/>
                  <a:pt x="972383" y="1895442"/>
                </a:cubicBezTo>
                <a:cubicBezTo>
                  <a:pt x="962858" y="1889092"/>
                  <a:pt x="950959" y="1885331"/>
                  <a:pt x="943808" y="1876392"/>
                </a:cubicBezTo>
                <a:cubicBezTo>
                  <a:pt x="891228" y="1810667"/>
                  <a:pt x="987600" y="1883362"/>
                  <a:pt x="905708" y="1828767"/>
                </a:cubicBezTo>
                <a:cubicBezTo>
                  <a:pt x="878362" y="1719384"/>
                  <a:pt x="916600" y="1854182"/>
                  <a:pt x="877133" y="1762092"/>
                </a:cubicBezTo>
                <a:cubicBezTo>
                  <a:pt x="858822" y="1719366"/>
                  <a:pt x="876619" y="1732488"/>
                  <a:pt x="858083" y="1695417"/>
                </a:cubicBezTo>
                <a:cubicBezTo>
                  <a:pt x="852963" y="1685178"/>
                  <a:pt x="845383" y="1676367"/>
                  <a:pt x="839033" y="1666842"/>
                </a:cubicBezTo>
                <a:cubicBezTo>
                  <a:pt x="831684" y="1637445"/>
                  <a:pt x="821540" y="1601174"/>
                  <a:pt x="819983" y="1571592"/>
                </a:cubicBezTo>
                <a:cubicBezTo>
                  <a:pt x="814640" y="1470083"/>
                  <a:pt x="819139" y="1368070"/>
                  <a:pt x="810458" y="1266792"/>
                </a:cubicBezTo>
                <a:cubicBezTo>
                  <a:pt x="809480" y="1255386"/>
                  <a:pt x="800347" y="1245368"/>
                  <a:pt x="791408" y="1238217"/>
                </a:cubicBezTo>
                <a:cubicBezTo>
                  <a:pt x="783568" y="1231945"/>
                  <a:pt x="772358" y="1231867"/>
                  <a:pt x="762833" y="1228692"/>
                </a:cubicBezTo>
                <a:cubicBezTo>
                  <a:pt x="697588" y="1163447"/>
                  <a:pt x="728099" y="1186486"/>
                  <a:pt x="677108" y="1152492"/>
                </a:cubicBezTo>
                <a:cubicBezTo>
                  <a:pt x="631946" y="1062167"/>
                  <a:pt x="686818" y="1149461"/>
                  <a:pt x="629483" y="1104867"/>
                </a:cubicBezTo>
                <a:cubicBezTo>
                  <a:pt x="608217" y="1088327"/>
                  <a:pt x="594749" y="1062661"/>
                  <a:pt x="572333" y="1047717"/>
                </a:cubicBezTo>
                <a:cubicBezTo>
                  <a:pt x="543635" y="1028585"/>
                  <a:pt x="539495" y="1024119"/>
                  <a:pt x="505658" y="1009617"/>
                </a:cubicBezTo>
                <a:cubicBezTo>
                  <a:pt x="407552" y="967572"/>
                  <a:pt x="565345" y="1044223"/>
                  <a:pt x="438983" y="981042"/>
                </a:cubicBezTo>
                <a:cubicBezTo>
                  <a:pt x="404382" y="986809"/>
                  <a:pt x="309421" y="1002004"/>
                  <a:pt x="286583" y="1009617"/>
                </a:cubicBezTo>
                <a:lnTo>
                  <a:pt x="258008" y="1019142"/>
                </a:lnTo>
                <a:cubicBezTo>
                  <a:pt x="190692" y="1005679"/>
                  <a:pt x="225742" y="1014737"/>
                  <a:pt x="153233" y="990567"/>
                </a:cubicBezTo>
                <a:cubicBezTo>
                  <a:pt x="143708" y="987392"/>
                  <a:pt x="133012" y="986611"/>
                  <a:pt x="124658" y="981042"/>
                </a:cubicBezTo>
                <a:cubicBezTo>
                  <a:pt x="55694" y="935066"/>
                  <a:pt x="87986" y="953181"/>
                  <a:pt x="29408" y="923892"/>
                </a:cubicBezTo>
                <a:cubicBezTo>
                  <a:pt x="26233" y="914367"/>
                  <a:pt x="24373" y="904297"/>
                  <a:pt x="19883" y="895317"/>
                </a:cubicBezTo>
                <a:cubicBezTo>
                  <a:pt x="14763" y="885078"/>
                  <a:pt x="1378" y="878177"/>
                  <a:pt x="833" y="866742"/>
                </a:cubicBezTo>
                <a:cubicBezTo>
                  <a:pt x="-1890" y="809569"/>
                  <a:pt x="2263" y="751955"/>
                  <a:pt x="10358" y="695292"/>
                </a:cubicBezTo>
                <a:cubicBezTo>
                  <a:pt x="11977" y="683959"/>
                  <a:pt x="24288" y="676956"/>
                  <a:pt x="29408" y="666717"/>
                </a:cubicBezTo>
                <a:cubicBezTo>
                  <a:pt x="33898" y="657737"/>
                  <a:pt x="36175" y="647796"/>
                  <a:pt x="38933" y="638142"/>
                </a:cubicBezTo>
                <a:cubicBezTo>
                  <a:pt x="45589" y="614847"/>
                  <a:pt x="56190" y="559869"/>
                  <a:pt x="67508" y="542892"/>
                </a:cubicBezTo>
                <a:lnTo>
                  <a:pt x="86558" y="514317"/>
                </a:lnTo>
                <a:cubicBezTo>
                  <a:pt x="89733" y="501617"/>
                  <a:pt x="92487" y="488804"/>
                  <a:pt x="96083" y="476217"/>
                </a:cubicBezTo>
                <a:cubicBezTo>
                  <a:pt x="98841" y="466563"/>
                  <a:pt x="103173" y="457382"/>
                  <a:pt x="105608" y="447642"/>
                </a:cubicBezTo>
                <a:cubicBezTo>
                  <a:pt x="112765" y="419015"/>
                  <a:pt x="117836" y="367388"/>
                  <a:pt x="134183" y="342867"/>
                </a:cubicBezTo>
                <a:cubicBezTo>
                  <a:pt x="140533" y="333342"/>
                  <a:pt x="148584" y="324753"/>
                  <a:pt x="153233" y="314292"/>
                </a:cubicBezTo>
                <a:cubicBezTo>
                  <a:pt x="186642" y="239123"/>
                  <a:pt x="149453" y="272362"/>
                  <a:pt x="200858" y="238092"/>
                </a:cubicBezTo>
                <a:cubicBezTo>
                  <a:pt x="237547" y="183059"/>
                  <a:pt x="199094" y="232800"/>
                  <a:pt x="248483" y="190467"/>
                </a:cubicBezTo>
                <a:cubicBezTo>
                  <a:pt x="363632" y="91768"/>
                  <a:pt x="227689" y="195795"/>
                  <a:pt x="315158" y="133317"/>
                </a:cubicBezTo>
                <a:cubicBezTo>
                  <a:pt x="328076" y="124090"/>
                  <a:pt x="342033" y="115967"/>
                  <a:pt x="353258" y="104742"/>
                </a:cubicBezTo>
                <a:cubicBezTo>
                  <a:pt x="361353" y="96647"/>
                  <a:pt x="363369" y="83318"/>
                  <a:pt x="372308" y="76167"/>
                </a:cubicBezTo>
                <a:cubicBezTo>
                  <a:pt x="380148" y="69895"/>
                  <a:pt x="391903" y="71132"/>
                  <a:pt x="400883" y="66642"/>
                </a:cubicBezTo>
                <a:cubicBezTo>
                  <a:pt x="411122" y="61522"/>
                  <a:pt x="419219" y="52712"/>
                  <a:pt x="429458" y="47592"/>
                </a:cubicBezTo>
                <a:cubicBezTo>
                  <a:pt x="438438" y="43102"/>
                  <a:pt x="448632" y="41592"/>
                  <a:pt x="458033" y="38067"/>
                </a:cubicBezTo>
                <a:cubicBezTo>
                  <a:pt x="531456" y="10533"/>
                  <a:pt x="479907" y="23309"/>
                  <a:pt x="562808" y="9492"/>
                </a:cubicBezTo>
                <a:cubicBezTo>
                  <a:pt x="768691" y="15374"/>
                  <a:pt x="814846" y="-30183"/>
                  <a:pt x="934283" y="38067"/>
                </a:cubicBezTo>
                <a:cubicBezTo>
                  <a:pt x="944222" y="43747"/>
                  <a:pt x="953333" y="50767"/>
                  <a:pt x="962858" y="57117"/>
                </a:cubicBezTo>
                <a:cubicBezTo>
                  <a:pt x="966033" y="66642"/>
                  <a:pt x="967893" y="76712"/>
                  <a:pt x="972383" y="85692"/>
                </a:cubicBezTo>
                <a:cubicBezTo>
                  <a:pt x="977503" y="95931"/>
                  <a:pt x="986784" y="103806"/>
                  <a:pt x="991433" y="114267"/>
                </a:cubicBezTo>
                <a:cubicBezTo>
                  <a:pt x="999588" y="132617"/>
                  <a:pt x="1010483" y="171417"/>
                  <a:pt x="1010483" y="171417"/>
                </a:cubicBezTo>
                <a:cubicBezTo>
                  <a:pt x="1005819" y="222720"/>
                  <a:pt x="1018486" y="268189"/>
                  <a:pt x="981908" y="304767"/>
                </a:cubicBezTo>
                <a:cubicBezTo>
                  <a:pt x="973813" y="312862"/>
                  <a:pt x="962858" y="317467"/>
                  <a:pt x="953333" y="323817"/>
                </a:cubicBezTo>
                <a:lnTo>
                  <a:pt x="943808" y="352392"/>
                </a:lnTo>
              </a:path>
            </a:pathLst>
          </a:custGeom>
          <a:noFill/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444567" y="3234267"/>
            <a:ext cx="723275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MCLK</a:t>
            </a:r>
            <a:endParaRPr lang="en-US" dirty="0"/>
          </a:p>
        </p:txBody>
      </p:sp>
      <p:sp>
        <p:nvSpPr>
          <p:cNvPr id="35" name="Freeform 34"/>
          <p:cNvSpPr/>
          <p:nvPr/>
        </p:nvSpPr>
        <p:spPr>
          <a:xfrm>
            <a:off x="4048125" y="3284957"/>
            <a:ext cx="4095750" cy="1944268"/>
          </a:xfrm>
          <a:custGeom>
            <a:avLst/>
            <a:gdLst>
              <a:gd name="connsiteX0" fmla="*/ 0 w 4095750"/>
              <a:gd name="connsiteY0" fmla="*/ 1220368 h 1944268"/>
              <a:gd name="connsiteX1" fmla="*/ 9525 w 4095750"/>
              <a:gd name="connsiteY1" fmla="*/ 1287043 h 1944268"/>
              <a:gd name="connsiteX2" fmla="*/ 28575 w 4095750"/>
              <a:gd name="connsiteY2" fmla="*/ 1325143 h 1944268"/>
              <a:gd name="connsiteX3" fmla="*/ 47625 w 4095750"/>
              <a:gd name="connsiteY3" fmla="*/ 1372768 h 1944268"/>
              <a:gd name="connsiteX4" fmla="*/ 95250 w 4095750"/>
              <a:gd name="connsiteY4" fmla="*/ 1458493 h 1944268"/>
              <a:gd name="connsiteX5" fmla="*/ 114300 w 4095750"/>
              <a:gd name="connsiteY5" fmla="*/ 1525168 h 1944268"/>
              <a:gd name="connsiteX6" fmla="*/ 133350 w 4095750"/>
              <a:gd name="connsiteY6" fmla="*/ 1591843 h 1944268"/>
              <a:gd name="connsiteX7" fmla="*/ 161925 w 4095750"/>
              <a:gd name="connsiteY7" fmla="*/ 1725193 h 1944268"/>
              <a:gd name="connsiteX8" fmla="*/ 171450 w 4095750"/>
              <a:gd name="connsiteY8" fmla="*/ 1763293 h 1944268"/>
              <a:gd name="connsiteX9" fmla="*/ 180975 w 4095750"/>
              <a:gd name="connsiteY9" fmla="*/ 1791868 h 1944268"/>
              <a:gd name="connsiteX10" fmla="*/ 209550 w 4095750"/>
              <a:gd name="connsiteY10" fmla="*/ 1858543 h 1944268"/>
              <a:gd name="connsiteX11" fmla="*/ 238125 w 4095750"/>
              <a:gd name="connsiteY11" fmla="*/ 1877593 h 1944268"/>
              <a:gd name="connsiteX12" fmla="*/ 257175 w 4095750"/>
              <a:gd name="connsiteY12" fmla="*/ 1906168 h 1944268"/>
              <a:gd name="connsiteX13" fmla="*/ 295275 w 4095750"/>
              <a:gd name="connsiteY13" fmla="*/ 1925218 h 1944268"/>
              <a:gd name="connsiteX14" fmla="*/ 323850 w 4095750"/>
              <a:gd name="connsiteY14" fmla="*/ 1944268 h 1944268"/>
              <a:gd name="connsiteX15" fmla="*/ 590550 w 4095750"/>
              <a:gd name="connsiteY15" fmla="*/ 1925218 h 1944268"/>
              <a:gd name="connsiteX16" fmla="*/ 657225 w 4095750"/>
              <a:gd name="connsiteY16" fmla="*/ 1915693 h 1944268"/>
              <a:gd name="connsiteX17" fmla="*/ 723900 w 4095750"/>
              <a:gd name="connsiteY17" fmla="*/ 1896643 h 1944268"/>
              <a:gd name="connsiteX18" fmla="*/ 828675 w 4095750"/>
              <a:gd name="connsiteY18" fmla="*/ 1868068 h 1944268"/>
              <a:gd name="connsiteX19" fmla="*/ 857250 w 4095750"/>
              <a:gd name="connsiteY19" fmla="*/ 1858543 h 1944268"/>
              <a:gd name="connsiteX20" fmla="*/ 923925 w 4095750"/>
              <a:gd name="connsiteY20" fmla="*/ 1839493 h 1944268"/>
              <a:gd name="connsiteX21" fmla="*/ 962025 w 4095750"/>
              <a:gd name="connsiteY21" fmla="*/ 1820443 h 1944268"/>
              <a:gd name="connsiteX22" fmla="*/ 990600 w 4095750"/>
              <a:gd name="connsiteY22" fmla="*/ 1801393 h 1944268"/>
              <a:gd name="connsiteX23" fmla="*/ 1028700 w 4095750"/>
              <a:gd name="connsiteY23" fmla="*/ 1791868 h 1944268"/>
              <a:gd name="connsiteX24" fmla="*/ 1057275 w 4095750"/>
              <a:gd name="connsiteY24" fmla="*/ 1772818 h 1944268"/>
              <a:gd name="connsiteX25" fmla="*/ 1076325 w 4095750"/>
              <a:gd name="connsiteY25" fmla="*/ 1744243 h 1944268"/>
              <a:gd name="connsiteX26" fmla="*/ 1104900 w 4095750"/>
              <a:gd name="connsiteY26" fmla="*/ 1734718 h 1944268"/>
              <a:gd name="connsiteX27" fmla="*/ 1162050 w 4095750"/>
              <a:gd name="connsiteY27" fmla="*/ 1706143 h 1944268"/>
              <a:gd name="connsiteX28" fmla="*/ 1181100 w 4095750"/>
              <a:gd name="connsiteY28" fmla="*/ 1677568 h 1944268"/>
              <a:gd name="connsiteX29" fmla="*/ 1219200 w 4095750"/>
              <a:gd name="connsiteY29" fmla="*/ 1658518 h 1944268"/>
              <a:gd name="connsiteX30" fmla="*/ 1247775 w 4095750"/>
              <a:gd name="connsiteY30" fmla="*/ 1639468 h 1944268"/>
              <a:gd name="connsiteX31" fmla="*/ 2419350 w 4095750"/>
              <a:gd name="connsiteY31" fmla="*/ 1601368 h 1944268"/>
              <a:gd name="connsiteX32" fmla="*/ 2495550 w 4095750"/>
              <a:gd name="connsiteY32" fmla="*/ 1591843 h 1944268"/>
              <a:gd name="connsiteX33" fmla="*/ 2524125 w 4095750"/>
              <a:gd name="connsiteY33" fmla="*/ 1582318 h 1944268"/>
              <a:gd name="connsiteX34" fmla="*/ 2571750 w 4095750"/>
              <a:gd name="connsiteY34" fmla="*/ 1572793 h 1944268"/>
              <a:gd name="connsiteX35" fmla="*/ 2600325 w 4095750"/>
              <a:gd name="connsiteY35" fmla="*/ 1553743 h 1944268"/>
              <a:gd name="connsiteX36" fmla="*/ 2628900 w 4095750"/>
              <a:gd name="connsiteY36" fmla="*/ 1544218 h 1944268"/>
              <a:gd name="connsiteX37" fmla="*/ 2657475 w 4095750"/>
              <a:gd name="connsiteY37" fmla="*/ 1525168 h 1944268"/>
              <a:gd name="connsiteX38" fmla="*/ 2695575 w 4095750"/>
              <a:gd name="connsiteY38" fmla="*/ 1506118 h 1944268"/>
              <a:gd name="connsiteX39" fmla="*/ 2714625 w 4095750"/>
              <a:gd name="connsiteY39" fmla="*/ 1477543 h 1944268"/>
              <a:gd name="connsiteX40" fmla="*/ 2771775 w 4095750"/>
              <a:gd name="connsiteY40" fmla="*/ 1439443 h 1944268"/>
              <a:gd name="connsiteX41" fmla="*/ 2790825 w 4095750"/>
              <a:gd name="connsiteY41" fmla="*/ 1410868 h 1944268"/>
              <a:gd name="connsiteX42" fmla="*/ 2819400 w 4095750"/>
              <a:gd name="connsiteY42" fmla="*/ 1391818 h 1944268"/>
              <a:gd name="connsiteX43" fmla="*/ 2828925 w 4095750"/>
              <a:gd name="connsiteY43" fmla="*/ 1363243 h 1944268"/>
              <a:gd name="connsiteX44" fmla="*/ 2847975 w 4095750"/>
              <a:gd name="connsiteY44" fmla="*/ 1334668 h 1944268"/>
              <a:gd name="connsiteX45" fmla="*/ 2867025 w 4095750"/>
              <a:gd name="connsiteY45" fmla="*/ 1296568 h 1944268"/>
              <a:gd name="connsiteX46" fmla="*/ 2895600 w 4095750"/>
              <a:gd name="connsiteY46" fmla="*/ 1277518 h 1944268"/>
              <a:gd name="connsiteX47" fmla="*/ 2962275 w 4095750"/>
              <a:gd name="connsiteY47" fmla="*/ 1201318 h 1944268"/>
              <a:gd name="connsiteX48" fmla="*/ 2981325 w 4095750"/>
              <a:gd name="connsiteY48" fmla="*/ 1172743 h 1944268"/>
              <a:gd name="connsiteX49" fmla="*/ 3019425 w 4095750"/>
              <a:gd name="connsiteY49" fmla="*/ 1153693 h 1944268"/>
              <a:gd name="connsiteX50" fmla="*/ 3076575 w 4095750"/>
              <a:gd name="connsiteY50" fmla="*/ 1134643 h 1944268"/>
              <a:gd name="connsiteX51" fmla="*/ 3105150 w 4095750"/>
              <a:gd name="connsiteY51" fmla="*/ 1125118 h 1944268"/>
              <a:gd name="connsiteX52" fmla="*/ 3200400 w 4095750"/>
              <a:gd name="connsiteY52" fmla="*/ 1115593 h 1944268"/>
              <a:gd name="connsiteX53" fmla="*/ 3238500 w 4095750"/>
              <a:gd name="connsiteY53" fmla="*/ 1096543 h 1944268"/>
              <a:gd name="connsiteX54" fmla="*/ 3286125 w 4095750"/>
              <a:gd name="connsiteY54" fmla="*/ 1087018 h 1944268"/>
              <a:gd name="connsiteX55" fmla="*/ 3305175 w 4095750"/>
              <a:gd name="connsiteY55" fmla="*/ 1058443 h 1944268"/>
              <a:gd name="connsiteX56" fmla="*/ 3286125 w 4095750"/>
              <a:gd name="connsiteY56" fmla="*/ 953668 h 1944268"/>
              <a:gd name="connsiteX57" fmla="*/ 3257550 w 4095750"/>
              <a:gd name="connsiteY57" fmla="*/ 915568 h 1944268"/>
              <a:gd name="connsiteX58" fmla="*/ 3209925 w 4095750"/>
              <a:gd name="connsiteY58" fmla="*/ 848893 h 1944268"/>
              <a:gd name="connsiteX59" fmla="*/ 3190875 w 4095750"/>
              <a:gd name="connsiteY59" fmla="*/ 782218 h 1944268"/>
              <a:gd name="connsiteX60" fmla="*/ 3181350 w 4095750"/>
              <a:gd name="connsiteY60" fmla="*/ 744118 h 1944268"/>
              <a:gd name="connsiteX61" fmla="*/ 3162300 w 4095750"/>
              <a:gd name="connsiteY61" fmla="*/ 677443 h 1944268"/>
              <a:gd name="connsiteX62" fmla="*/ 3143250 w 4095750"/>
              <a:gd name="connsiteY62" fmla="*/ 410743 h 1944268"/>
              <a:gd name="connsiteX63" fmla="*/ 3133725 w 4095750"/>
              <a:gd name="connsiteY63" fmla="*/ 372643 h 1944268"/>
              <a:gd name="connsiteX64" fmla="*/ 3057525 w 4095750"/>
              <a:gd name="connsiteY64" fmla="*/ 334543 h 1944268"/>
              <a:gd name="connsiteX65" fmla="*/ 3076575 w 4095750"/>
              <a:gd name="connsiteY65" fmla="*/ 296443 h 1944268"/>
              <a:gd name="connsiteX66" fmla="*/ 3143250 w 4095750"/>
              <a:gd name="connsiteY66" fmla="*/ 258343 h 1944268"/>
              <a:gd name="connsiteX67" fmla="*/ 3171825 w 4095750"/>
              <a:gd name="connsiteY67" fmla="*/ 239293 h 1944268"/>
              <a:gd name="connsiteX68" fmla="*/ 3209925 w 4095750"/>
              <a:gd name="connsiteY68" fmla="*/ 229768 h 1944268"/>
              <a:gd name="connsiteX69" fmla="*/ 3238500 w 4095750"/>
              <a:gd name="connsiteY69" fmla="*/ 220243 h 1944268"/>
              <a:gd name="connsiteX70" fmla="*/ 3276600 w 4095750"/>
              <a:gd name="connsiteY70" fmla="*/ 210718 h 1944268"/>
              <a:gd name="connsiteX71" fmla="*/ 3381375 w 4095750"/>
              <a:gd name="connsiteY71" fmla="*/ 182143 h 1944268"/>
              <a:gd name="connsiteX72" fmla="*/ 3438525 w 4095750"/>
              <a:gd name="connsiteY72" fmla="*/ 153568 h 1944268"/>
              <a:gd name="connsiteX73" fmla="*/ 3457575 w 4095750"/>
              <a:gd name="connsiteY73" fmla="*/ 124993 h 1944268"/>
              <a:gd name="connsiteX74" fmla="*/ 3514725 w 4095750"/>
              <a:gd name="connsiteY74" fmla="*/ 105943 h 1944268"/>
              <a:gd name="connsiteX75" fmla="*/ 3543300 w 4095750"/>
              <a:gd name="connsiteY75" fmla="*/ 96418 h 1944268"/>
              <a:gd name="connsiteX76" fmla="*/ 3600450 w 4095750"/>
              <a:gd name="connsiteY76" fmla="*/ 58318 h 1944268"/>
              <a:gd name="connsiteX77" fmla="*/ 3667125 w 4095750"/>
              <a:gd name="connsiteY77" fmla="*/ 39268 h 1944268"/>
              <a:gd name="connsiteX78" fmla="*/ 3695700 w 4095750"/>
              <a:gd name="connsiteY78" fmla="*/ 29743 h 1944268"/>
              <a:gd name="connsiteX79" fmla="*/ 3733800 w 4095750"/>
              <a:gd name="connsiteY79" fmla="*/ 20218 h 1944268"/>
              <a:gd name="connsiteX80" fmla="*/ 3819525 w 4095750"/>
              <a:gd name="connsiteY80" fmla="*/ 1168 h 1944268"/>
              <a:gd name="connsiteX81" fmla="*/ 4095750 w 4095750"/>
              <a:gd name="connsiteY81" fmla="*/ 1168 h 194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4095750" h="1944268">
                <a:moveTo>
                  <a:pt x="0" y="1220368"/>
                </a:moveTo>
                <a:cubicBezTo>
                  <a:pt x="3175" y="1242593"/>
                  <a:pt x="3618" y="1265383"/>
                  <a:pt x="9525" y="1287043"/>
                </a:cubicBezTo>
                <a:cubicBezTo>
                  <a:pt x="13261" y="1300742"/>
                  <a:pt x="22808" y="1312168"/>
                  <a:pt x="28575" y="1325143"/>
                </a:cubicBezTo>
                <a:cubicBezTo>
                  <a:pt x="35519" y="1340767"/>
                  <a:pt x="41782" y="1356700"/>
                  <a:pt x="47625" y="1372768"/>
                </a:cubicBezTo>
                <a:cubicBezTo>
                  <a:pt x="74265" y="1446027"/>
                  <a:pt x="50242" y="1413485"/>
                  <a:pt x="95250" y="1458493"/>
                </a:cubicBezTo>
                <a:cubicBezTo>
                  <a:pt x="125027" y="1577600"/>
                  <a:pt x="86971" y="1429515"/>
                  <a:pt x="114300" y="1525168"/>
                </a:cubicBezTo>
                <a:cubicBezTo>
                  <a:pt x="138220" y="1608889"/>
                  <a:pt x="110512" y="1523330"/>
                  <a:pt x="133350" y="1591843"/>
                </a:cubicBezTo>
                <a:cubicBezTo>
                  <a:pt x="147837" y="1707741"/>
                  <a:pt x="132841" y="1628248"/>
                  <a:pt x="161925" y="1725193"/>
                </a:cubicBezTo>
                <a:cubicBezTo>
                  <a:pt x="165687" y="1737732"/>
                  <a:pt x="167854" y="1750706"/>
                  <a:pt x="171450" y="1763293"/>
                </a:cubicBezTo>
                <a:cubicBezTo>
                  <a:pt x="174208" y="1772947"/>
                  <a:pt x="178217" y="1782214"/>
                  <a:pt x="180975" y="1791868"/>
                </a:cubicBezTo>
                <a:cubicBezTo>
                  <a:pt x="189719" y="1822472"/>
                  <a:pt x="186349" y="1835342"/>
                  <a:pt x="209550" y="1858543"/>
                </a:cubicBezTo>
                <a:cubicBezTo>
                  <a:pt x="217645" y="1866638"/>
                  <a:pt x="228600" y="1871243"/>
                  <a:pt x="238125" y="1877593"/>
                </a:cubicBezTo>
                <a:cubicBezTo>
                  <a:pt x="244475" y="1887118"/>
                  <a:pt x="248381" y="1898839"/>
                  <a:pt x="257175" y="1906168"/>
                </a:cubicBezTo>
                <a:cubicBezTo>
                  <a:pt x="268083" y="1915258"/>
                  <a:pt x="282947" y="1918173"/>
                  <a:pt x="295275" y="1925218"/>
                </a:cubicBezTo>
                <a:cubicBezTo>
                  <a:pt x="305214" y="1930898"/>
                  <a:pt x="314325" y="1937918"/>
                  <a:pt x="323850" y="1944268"/>
                </a:cubicBezTo>
                <a:lnTo>
                  <a:pt x="590550" y="1925218"/>
                </a:lnTo>
                <a:cubicBezTo>
                  <a:pt x="612919" y="1923301"/>
                  <a:pt x="635273" y="1920397"/>
                  <a:pt x="657225" y="1915693"/>
                </a:cubicBezTo>
                <a:cubicBezTo>
                  <a:pt x="679826" y="1910850"/>
                  <a:pt x="701600" y="1902725"/>
                  <a:pt x="723900" y="1896643"/>
                </a:cubicBezTo>
                <a:cubicBezTo>
                  <a:pt x="811347" y="1872794"/>
                  <a:pt x="701875" y="1906108"/>
                  <a:pt x="828675" y="1868068"/>
                </a:cubicBezTo>
                <a:cubicBezTo>
                  <a:pt x="838292" y="1865183"/>
                  <a:pt x="847596" y="1861301"/>
                  <a:pt x="857250" y="1858543"/>
                </a:cubicBezTo>
                <a:cubicBezTo>
                  <a:pt x="881417" y="1851638"/>
                  <a:pt x="901087" y="1849281"/>
                  <a:pt x="923925" y="1839493"/>
                </a:cubicBezTo>
                <a:cubicBezTo>
                  <a:pt x="936976" y="1833900"/>
                  <a:pt x="949697" y="1827488"/>
                  <a:pt x="962025" y="1820443"/>
                </a:cubicBezTo>
                <a:cubicBezTo>
                  <a:pt x="971964" y="1814763"/>
                  <a:pt x="980078" y="1805902"/>
                  <a:pt x="990600" y="1801393"/>
                </a:cubicBezTo>
                <a:cubicBezTo>
                  <a:pt x="1002632" y="1796236"/>
                  <a:pt x="1016000" y="1795043"/>
                  <a:pt x="1028700" y="1791868"/>
                </a:cubicBezTo>
                <a:cubicBezTo>
                  <a:pt x="1038225" y="1785518"/>
                  <a:pt x="1049180" y="1780913"/>
                  <a:pt x="1057275" y="1772818"/>
                </a:cubicBezTo>
                <a:cubicBezTo>
                  <a:pt x="1065370" y="1764723"/>
                  <a:pt x="1067386" y="1751394"/>
                  <a:pt x="1076325" y="1744243"/>
                </a:cubicBezTo>
                <a:cubicBezTo>
                  <a:pt x="1084165" y="1737971"/>
                  <a:pt x="1095920" y="1739208"/>
                  <a:pt x="1104900" y="1734718"/>
                </a:cubicBezTo>
                <a:cubicBezTo>
                  <a:pt x="1178758" y="1697789"/>
                  <a:pt x="1090226" y="1730084"/>
                  <a:pt x="1162050" y="1706143"/>
                </a:cubicBezTo>
                <a:cubicBezTo>
                  <a:pt x="1168400" y="1696618"/>
                  <a:pt x="1172306" y="1684897"/>
                  <a:pt x="1181100" y="1677568"/>
                </a:cubicBezTo>
                <a:cubicBezTo>
                  <a:pt x="1192008" y="1668478"/>
                  <a:pt x="1206872" y="1665563"/>
                  <a:pt x="1219200" y="1658518"/>
                </a:cubicBezTo>
                <a:cubicBezTo>
                  <a:pt x="1229139" y="1652838"/>
                  <a:pt x="1238250" y="1645818"/>
                  <a:pt x="1247775" y="1639468"/>
                </a:cubicBezTo>
                <a:cubicBezTo>
                  <a:pt x="1480103" y="1290975"/>
                  <a:pt x="1249701" y="1619502"/>
                  <a:pt x="2419350" y="1601368"/>
                </a:cubicBezTo>
                <a:cubicBezTo>
                  <a:pt x="2444945" y="1600971"/>
                  <a:pt x="2470150" y="1595018"/>
                  <a:pt x="2495550" y="1591843"/>
                </a:cubicBezTo>
                <a:cubicBezTo>
                  <a:pt x="2505075" y="1588668"/>
                  <a:pt x="2514385" y="1584753"/>
                  <a:pt x="2524125" y="1582318"/>
                </a:cubicBezTo>
                <a:cubicBezTo>
                  <a:pt x="2539831" y="1578391"/>
                  <a:pt x="2556591" y="1578477"/>
                  <a:pt x="2571750" y="1572793"/>
                </a:cubicBezTo>
                <a:cubicBezTo>
                  <a:pt x="2582469" y="1568773"/>
                  <a:pt x="2590086" y="1558863"/>
                  <a:pt x="2600325" y="1553743"/>
                </a:cubicBezTo>
                <a:cubicBezTo>
                  <a:pt x="2609305" y="1549253"/>
                  <a:pt x="2619920" y="1548708"/>
                  <a:pt x="2628900" y="1544218"/>
                </a:cubicBezTo>
                <a:cubicBezTo>
                  <a:pt x="2639139" y="1539098"/>
                  <a:pt x="2647536" y="1530848"/>
                  <a:pt x="2657475" y="1525168"/>
                </a:cubicBezTo>
                <a:cubicBezTo>
                  <a:pt x="2669803" y="1518123"/>
                  <a:pt x="2682875" y="1512468"/>
                  <a:pt x="2695575" y="1506118"/>
                </a:cubicBezTo>
                <a:cubicBezTo>
                  <a:pt x="2701925" y="1496593"/>
                  <a:pt x="2706010" y="1485081"/>
                  <a:pt x="2714625" y="1477543"/>
                </a:cubicBezTo>
                <a:cubicBezTo>
                  <a:pt x="2731855" y="1462466"/>
                  <a:pt x="2771775" y="1439443"/>
                  <a:pt x="2771775" y="1439443"/>
                </a:cubicBezTo>
                <a:cubicBezTo>
                  <a:pt x="2778125" y="1429918"/>
                  <a:pt x="2782730" y="1418963"/>
                  <a:pt x="2790825" y="1410868"/>
                </a:cubicBezTo>
                <a:cubicBezTo>
                  <a:pt x="2798920" y="1402773"/>
                  <a:pt x="2812249" y="1400757"/>
                  <a:pt x="2819400" y="1391818"/>
                </a:cubicBezTo>
                <a:cubicBezTo>
                  <a:pt x="2825672" y="1383978"/>
                  <a:pt x="2824435" y="1372223"/>
                  <a:pt x="2828925" y="1363243"/>
                </a:cubicBezTo>
                <a:cubicBezTo>
                  <a:pt x="2834045" y="1353004"/>
                  <a:pt x="2842295" y="1344607"/>
                  <a:pt x="2847975" y="1334668"/>
                </a:cubicBezTo>
                <a:cubicBezTo>
                  <a:pt x="2855020" y="1322340"/>
                  <a:pt x="2857935" y="1307476"/>
                  <a:pt x="2867025" y="1296568"/>
                </a:cubicBezTo>
                <a:cubicBezTo>
                  <a:pt x="2874354" y="1287774"/>
                  <a:pt x="2886075" y="1283868"/>
                  <a:pt x="2895600" y="1277518"/>
                </a:cubicBezTo>
                <a:cubicBezTo>
                  <a:pt x="2940050" y="1210843"/>
                  <a:pt x="2914650" y="1233068"/>
                  <a:pt x="2962275" y="1201318"/>
                </a:cubicBezTo>
                <a:cubicBezTo>
                  <a:pt x="2968625" y="1191793"/>
                  <a:pt x="2972531" y="1180072"/>
                  <a:pt x="2981325" y="1172743"/>
                </a:cubicBezTo>
                <a:cubicBezTo>
                  <a:pt x="2992233" y="1163653"/>
                  <a:pt x="3006242" y="1158966"/>
                  <a:pt x="3019425" y="1153693"/>
                </a:cubicBezTo>
                <a:cubicBezTo>
                  <a:pt x="3038069" y="1146235"/>
                  <a:pt x="3057525" y="1140993"/>
                  <a:pt x="3076575" y="1134643"/>
                </a:cubicBezTo>
                <a:cubicBezTo>
                  <a:pt x="3086100" y="1131468"/>
                  <a:pt x="3095160" y="1126117"/>
                  <a:pt x="3105150" y="1125118"/>
                </a:cubicBezTo>
                <a:lnTo>
                  <a:pt x="3200400" y="1115593"/>
                </a:lnTo>
                <a:cubicBezTo>
                  <a:pt x="3213100" y="1109243"/>
                  <a:pt x="3225030" y="1101033"/>
                  <a:pt x="3238500" y="1096543"/>
                </a:cubicBezTo>
                <a:cubicBezTo>
                  <a:pt x="3253859" y="1091423"/>
                  <a:pt x="3272069" y="1095050"/>
                  <a:pt x="3286125" y="1087018"/>
                </a:cubicBezTo>
                <a:cubicBezTo>
                  <a:pt x="3296064" y="1081338"/>
                  <a:pt x="3298825" y="1067968"/>
                  <a:pt x="3305175" y="1058443"/>
                </a:cubicBezTo>
                <a:cubicBezTo>
                  <a:pt x="3304068" y="1050694"/>
                  <a:pt x="3295107" y="971632"/>
                  <a:pt x="3286125" y="953668"/>
                </a:cubicBezTo>
                <a:cubicBezTo>
                  <a:pt x="3279025" y="939469"/>
                  <a:pt x="3265964" y="929030"/>
                  <a:pt x="3257550" y="915568"/>
                </a:cubicBezTo>
                <a:cubicBezTo>
                  <a:pt x="3215760" y="848704"/>
                  <a:pt x="3264399" y="903367"/>
                  <a:pt x="3209925" y="848893"/>
                </a:cubicBezTo>
                <a:cubicBezTo>
                  <a:pt x="3180148" y="729786"/>
                  <a:pt x="3218204" y="877871"/>
                  <a:pt x="3190875" y="782218"/>
                </a:cubicBezTo>
                <a:cubicBezTo>
                  <a:pt x="3187279" y="769631"/>
                  <a:pt x="3184946" y="756705"/>
                  <a:pt x="3181350" y="744118"/>
                </a:cubicBezTo>
                <a:cubicBezTo>
                  <a:pt x="3154021" y="648465"/>
                  <a:pt x="3192077" y="796550"/>
                  <a:pt x="3162300" y="677443"/>
                </a:cubicBezTo>
                <a:cubicBezTo>
                  <a:pt x="3155950" y="588543"/>
                  <a:pt x="3151569" y="499480"/>
                  <a:pt x="3143250" y="410743"/>
                </a:cubicBezTo>
                <a:cubicBezTo>
                  <a:pt x="3142028" y="397709"/>
                  <a:pt x="3142244" y="382582"/>
                  <a:pt x="3133725" y="372643"/>
                </a:cubicBezTo>
                <a:cubicBezTo>
                  <a:pt x="3115730" y="351649"/>
                  <a:pt x="3082925" y="343010"/>
                  <a:pt x="3057525" y="334543"/>
                </a:cubicBezTo>
                <a:cubicBezTo>
                  <a:pt x="3063875" y="321843"/>
                  <a:pt x="3067485" y="307351"/>
                  <a:pt x="3076575" y="296443"/>
                </a:cubicBezTo>
                <a:cubicBezTo>
                  <a:pt x="3087123" y="283785"/>
                  <a:pt x="3131924" y="264815"/>
                  <a:pt x="3143250" y="258343"/>
                </a:cubicBezTo>
                <a:cubicBezTo>
                  <a:pt x="3153189" y="252663"/>
                  <a:pt x="3161303" y="243802"/>
                  <a:pt x="3171825" y="239293"/>
                </a:cubicBezTo>
                <a:cubicBezTo>
                  <a:pt x="3183857" y="234136"/>
                  <a:pt x="3197338" y="233364"/>
                  <a:pt x="3209925" y="229768"/>
                </a:cubicBezTo>
                <a:cubicBezTo>
                  <a:pt x="3219579" y="227010"/>
                  <a:pt x="3228846" y="223001"/>
                  <a:pt x="3238500" y="220243"/>
                </a:cubicBezTo>
                <a:cubicBezTo>
                  <a:pt x="3251087" y="216647"/>
                  <a:pt x="3264343" y="215315"/>
                  <a:pt x="3276600" y="210718"/>
                </a:cubicBezTo>
                <a:cubicBezTo>
                  <a:pt x="3366108" y="177152"/>
                  <a:pt x="3251110" y="200752"/>
                  <a:pt x="3381375" y="182143"/>
                </a:cubicBezTo>
                <a:cubicBezTo>
                  <a:pt x="3404616" y="174396"/>
                  <a:pt x="3420061" y="172032"/>
                  <a:pt x="3438525" y="153568"/>
                </a:cubicBezTo>
                <a:cubicBezTo>
                  <a:pt x="3446620" y="145473"/>
                  <a:pt x="3447867" y="131060"/>
                  <a:pt x="3457575" y="124993"/>
                </a:cubicBezTo>
                <a:cubicBezTo>
                  <a:pt x="3474603" y="114350"/>
                  <a:pt x="3495675" y="112293"/>
                  <a:pt x="3514725" y="105943"/>
                </a:cubicBezTo>
                <a:cubicBezTo>
                  <a:pt x="3524250" y="102768"/>
                  <a:pt x="3534946" y="101987"/>
                  <a:pt x="3543300" y="96418"/>
                </a:cubicBezTo>
                <a:cubicBezTo>
                  <a:pt x="3562350" y="83718"/>
                  <a:pt x="3578730" y="65558"/>
                  <a:pt x="3600450" y="58318"/>
                </a:cubicBezTo>
                <a:cubicBezTo>
                  <a:pt x="3668963" y="35480"/>
                  <a:pt x="3583404" y="63188"/>
                  <a:pt x="3667125" y="39268"/>
                </a:cubicBezTo>
                <a:cubicBezTo>
                  <a:pt x="3676779" y="36510"/>
                  <a:pt x="3686046" y="32501"/>
                  <a:pt x="3695700" y="29743"/>
                </a:cubicBezTo>
                <a:cubicBezTo>
                  <a:pt x="3708287" y="26147"/>
                  <a:pt x="3721213" y="23814"/>
                  <a:pt x="3733800" y="20218"/>
                </a:cubicBezTo>
                <a:cubicBezTo>
                  <a:pt x="3770660" y="9686"/>
                  <a:pt x="3771777" y="2532"/>
                  <a:pt x="3819525" y="1168"/>
                </a:cubicBezTo>
                <a:cubicBezTo>
                  <a:pt x="3911562" y="-1462"/>
                  <a:pt x="4003675" y="1168"/>
                  <a:pt x="4095750" y="1168"/>
                </a:cubicBezTo>
              </a:path>
            </a:pathLst>
          </a:custGeom>
          <a:noFill/>
          <a:ln w="63500">
            <a:solidFill>
              <a:schemeClr val="accent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395247" y="4903285"/>
            <a:ext cx="46679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SPI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806204" y="276225"/>
            <a:ext cx="2117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 LAYER ROUTING</a:t>
            </a:r>
            <a:endParaRPr lang="en-US" dirty="0"/>
          </a:p>
        </p:txBody>
      </p:sp>
      <p:sp>
        <p:nvSpPr>
          <p:cNvPr id="38" name="Freeform 37"/>
          <p:cNvSpPr/>
          <p:nvPr/>
        </p:nvSpPr>
        <p:spPr>
          <a:xfrm>
            <a:off x="7219950" y="2276475"/>
            <a:ext cx="1485900" cy="504825"/>
          </a:xfrm>
          <a:custGeom>
            <a:avLst/>
            <a:gdLst>
              <a:gd name="connsiteX0" fmla="*/ 0 w 1485900"/>
              <a:gd name="connsiteY0" fmla="*/ 504825 h 504825"/>
              <a:gd name="connsiteX1" fmla="*/ 47625 w 1485900"/>
              <a:gd name="connsiteY1" fmla="*/ 466725 h 504825"/>
              <a:gd name="connsiteX2" fmla="*/ 95250 w 1485900"/>
              <a:gd name="connsiteY2" fmla="*/ 457200 h 504825"/>
              <a:gd name="connsiteX3" fmla="*/ 171450 w 1485900"/>
              <a:gd name="connsiteY3" fmla="*/ 428625 h 504825"/>
              <a:gd name="connsiteX4" fmla="*/ 238125 w 1485900"/>
              <a:gd name="connsiteY4" fmla="*/ 390525 h 504825"/>
              <a:gd name="connsiteX5" fmla="*/ 295275 w 1485900"/>
              <a:gd name="connsiteY5" fmla="*/ 371475 h 504825"/>
              <a:gd name="connsiteX6" fmla="*/ 342900 w 1485900"/>
              <a:gd name="connsiteY6" fmla="*/ 352425 h 504825"/>
              <a:gd name="connsiteX7" fmla="*/ 371475 w 1485900"/>
              <a:gd name="connsiteY7" fmla="*/ 323850 h 504825"/>
              <a:gd name="connsiteX8" fmla="*/ 400050 w 1485900"/>
              <a:gd name="connsiteY8" fmla="*/ 314325 h 504825"/>
              <a:gd name="connsiteX9" fmla="*/ 428625 w 1485900"/>
              <a:gd name="connsiteY9" fmla="*/ 295275 h 504825"/>
              <a:gd name="connsiteX10" fmla="*/ 476250 w 1485900"/>
              <a:gd name="connsiteY10" fmla="*/ 257175 h 504825"/>
              <a:gd name="connsiteX11" fmla="*/ 533400 w 1485900"/>
              <a:gd name="connsiteY11" fmla="*/ 219075 h 504825"/>
              <a:gd name="connsiteX12" fmla="*/ 542925 w 1485900"/>
              <a:gd name="connsiteY12" fmla="*/ 190500 h 504825"/>
              <a:gd name="connsiteX13" fmla="*/ 609600 w 1485900"/>
              <a:gd name="connsiteY13" fmla="*/ 152400 h 504825"/>
              <a:gd name="connsiteX14" fmla="*/ 638175 w 1485900"/>
              <a:gd name="connsiteY14" fmla="*/ 123825 h 504825"/>
              <a:gd name="connsiteX15" fmla="*/ 676275 w 1485900"/>
              <a:gd name="connsiteY15" fmla="*/ 104775 h 504825"/>
              <a:gd name="connsiteX16" fmla="*/ 742950 w 1485900"/>
              <a:gd name="connsiteY16" fmla="*/ 85725 h 504825"/>
              <a:gd name="connsiteX17" fmla="*/ 762000 w 1485900"/>
              <a:gd name="connsiteY17" fmla="*/ 57150 h 504825"/>
              <a:gd name="connsiteX18" fmla="*/ 819150 w 1485900"/>
              <a:gd name="connsiteY18" fmla="*/ 38100 h 504825"/>
              <a:gd name="connsiteX19" fmla="*/ 847725 w 1485900"/>
              <a:gd name="connsiteY19" fmla="*/ 28575 h 504825"/>
              <a:gd name="connsiteX20" fmla="*/ 895350 w 1485900"/>
              <a:gd name="connsiteY20" fmla="*/ 19050 h 504825"/>
              <a:gd name="connsiteX21" fmla="*/ 942975 w 1485900"/>
              <a:gd name="connsiteY21" fmla="*/ 0 h 504825"/>
              <a:gd name="connsiteX22" fmla="*/ 1181100 w 1485900"/>
              <a:gd name="connsiteY22" fmla="*/ 9525 h 504825"/>
              <a:gd name="connsiteX23" fmla="*/ 1209675 w 1485900"/>
              <a:gd name="connsiteY23" fmla="*/ 19050 h 504825"/>
              <a:gd name="connsiteX24" fmla="*/ 1247775 w 1485900"/>
              <a:gd name="connsiteY24" fmla="*/ 28575 h 504825"/>
              <a:gd name="connsiteX25" fmla="*/ 1295400 w 1485900"/>
              <a:gd name="connsiteY25" fmla="*/ 76200 h 504825"/>
              <a:gd name="connsiteX26" fmla="*/ 1323975 w 1485900"/>
              <a:gd name="connsiteY26" fmla="*/ 95250 h 504825"/>
              <a:gd name="connsiteX27" fmla="*/ 1343025 w 1485900"/>
              <a:gd name="connsiteY27" fmla="*/ 123825 h 504825"/>
              <a:gd name="connsiteX28" fmla="*/ 1352550 w 1485900"/>
              <a:gd name="connsiteY28" fmla="*/ 152400 h 504825"/>
              <a:gd name="connsiteX29" fmla="*/ 1381125 w 1485900"/>
              <a:gd name="connsiteY29" fmla="*/ 171450 h 504825"/>
              <a:gd name="connsiteX30" fmla="*/ 1400175 w 1485900"/>
              <a:gd name="connsiteY30" fmla="*/ 209550 h 504825"/>
              <a:gd name="connsiteX31" fmla="*/ 1457325 w 1485900"/>
              <a:gd name="connsiteY31" fmla="*/ 247650 h 504825"/>
              <a:gd name="connsiteX32" fmla="*/ 1485900 w 1485900"/>
              <a:gd name="connsiteY32" fmla="*/ 257175 h 504825"/>
              <a:gd name="connsiteX33" fmla="*/ 1485900 w 1485900"/>
              <a:gd name="connsiteY33" fmla="*/ 2762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85900" h="504825">
                <a:moveTo>
                  <a:pt x="0" y="504825"/>
                </a:moveTo>
                <a:cubicBezTo>
                  <a:pt x="15875" y="492125"/>
                  <a:pt x="29441" y="475817"/>
                  <a:pt x="47625" y="466725"/>
                </a:cubicBezTo>
                <a:cubicBezTo>
                  <a:pt x="62105" y="459485"/>
                  <a:pt x="79544" y="461127"/>
                  <a:pt x="95250" y="457200"/>
                </a:cubicBezTo>
                <a:cubicBezTo>
                  <a:pt x="111737" y="453078"/>
                  <a:pt x="162710" y="432995"/>
                  <a:pt x="171450" y="428625"/>
                </a:cubicBezTo>
                <a:cubicBezTo>
                  <a:pt x="240183" y="394259"/>
                  <a:pt x="154630" y="423923"/>
                  <a:pt x="238125" y="390525"/>
                </a:cubicBezTo>
                <a:cubicBezTo>
                  <a:pt x="256769" y="383067"/>
                  <a:pt x="276631" y="378933"/>
                  <a:pt x="295275" y="371475"/>
                </a:cubicBezTo>
                <a:lnTo>
                  <a:pt x="342900" y="352425"/>
                </a:lnTo>
                <a:cubicBezTo>
                  <a:pt x="352425" y="342900"/>
                  <a:pt x="360267" y="331322"/>
                  <a:pt x="371475" y="323850"/>
                </a:cubicBezTo>
                <a:cubicBezTo>
                  <a:pt x="379829" y="318281"/>
                  <a:pt x="391070" y="318815"/>
                  <a:pt x="400050" y="314325"/>
                </a:cubicBezTo>
                <a:cubicBezTo>
                  <a:pt x="410289" y="309205"/>
                  <a:pt x="419100" y="301625"/>
                  <a:pt x="428625" y="295275"/>
                </a:cubicBezTo>
                <a:cubicBezTo>
                  <a:pt x="445959" y="243273"/>
                  <a:pt x="423625" y="283487"/>
                  <a:pt x="476250" y="257175"/>
                </a:cubicBezTo>
                <a:cubicBezTo>
                  <a:pt x="496728" y="246936"/>
                  <a:pt x="533400" y="219075"/>
                  <a:pt x="533400" y="219075"/>
                </a:cubicBezTo>
                <a:cubicBezTo>
                  <a:pt x="536575" y="209550"/>
                  <a:pt x="536653" y="198340"/>
                  <a:pt x="542925" y="190500"/>
                </a:cubicBezTo>
                <a:cubicBezTo>
                  <a:pt x="554924" y="175502"/>
                  <a:pt x="596475" y="161775"/>
                  <a:pt x="609600" y="152400"/>
                </a:cubicBezTo>
                <a:cubicBezTo>
                  <a:pt x="620561" y="144570"/>
                  <a:pt x="627214" y="131655"/>
                  <a:pt x="638175" y="123825"/>
                </a:cubicBezTo>
                <a:cubicBezTo>
                  <a:pt x="649729" y="115572"/>
                  <a:pt x="663224" y="110368"/>
                  <a:pt x="676275" y="104775"/>
                </a:cubicBezTo>
                <a:cubicBezTo>
                  <a:pt x="695406" y="96576"/>
                  <a:pt x="723616" y="90558"/>
                  <a:pt x="742950" y="85725"/>
                </a:cubicBezTo>
                <a:cubicBezTo>
                  <a:pt x="749300" y="76200"/>
                  <a:pt x="752292" y="63217"/>
                  <a:pt x="762000" y="57150"/>
                </a:cubicBezTo>
                <a:cubicBezTo>
                  <a:pt x="779028" y="46507"/>
                  <a:pt x="800100" y="44450"/>
                  <a:pt x="819150" y="38100"/>
                </a:cubicBezTo>
                <a:cubicBezTo>
                  <a:pt x="828675" y="34925"/>
                  <a:pt x="837880" y="30544"/>
                  <a:pt x="847725" y="28575"/>
                </a:cubicBezTo>
                <a:cubicBezTo>
                  <a:pt x="863600" y="25400"/>
                  <a:pt x="879843" y="23702"/>
                  <a:pt x="895350" y="19050"/>
                </a:cubicBezTo>
                <a:cubicBezTo>
                  <a:pt x="911727" y="14137"/>
                  <a:pt x="927100" y="6350"/>
                  <a:pt x="942975" y="0"/>
                </a:cubicBezTo>
                <a:cubicBezTo>
                  <a:pt x="1022350" y="3175"/>
                  <a:pt x="1101863" y="3865"/>
                  <a:pt x="1181100" y="9525"/>
                </a:cubicBezTo>
                <a:cubicBezTo>
                  <a:pt x="1191115" y="10240"/>
                  <a:pt x="1200021" y="16292"/>
                  <a:pt x="1209675" y="19050"/>
                </a:cubicBezTo>
                <a:cubicBezTo>
                  <a:pt x="1222262" y="22646"/>
                  <a:pt x="1235075" y="25400"/>
                  <a:pt x="1247775" y="28575"/>
                </a:cubicBezTo>
                <a:cubicBezTo>
                  <a:pt x="1323975" y="79375"/>
                  <a:pt x="1231900" y="12700"/>
                  <a:pt x="1295400" y="76200"/>
                </a:cubicBezTo>
                <a:cubicBezTo>
                  <a:pt x="1303495" y="84295"/>
                  <a:pt x="1314450" y="88900"/>
                  <a:pt x="1323975" y="95250"/>
                </a:cubicBezTo>
                <a:cubicBezTo>
                  <a:pt x="1330325" y="104775"/>
                  <a:pt x="1337905" y="113586"/>
                  <a:pt x="1343025" y="123825"/>
                </a:cubicBezTo>
                <a:cubicBezTo>
                  <a:pt x="1347515" y="132805"/>
                  <a:pt x="1346278" y="144560"/>
                  <a:pt x="1352550" y="152400"/>
                </a:cubicBezTo>
                <a:cubicBezTo>
                  <a:pt x="1359701" y="161339"/>
                  <a:pt x="1371600" y="165100"/>
                  <a:pt x="1381125" y="171450"/>
                </a:cubicBezTo>
                <a:cubicBezTo>
                  <a:pt x="1387475" y="184150"/>
                  <a:pt x="1390135" y="199510"/>
                  <a:pt x="1400175" y="209550"/>
                </a:cubicBezTo>
                <a:cubicBezTo>
                  <a:pt x="1416364" y="225739"/>
                  <a:pt x="1435605" y="240410"/>
                  <a:pt x="1457325" y="247650"/>
                </a:cubicBezTo>
                <a:cubicBezTo>
                  <a:pt x="1466850" y="250825"/>
                  <a:pt x="1478800" y="250075"/>
                  <a:pt x="1485900" y="257175"/>
                </a:cubicBezTo>
                <a:lnTo>
                  <a:pt x="1485900" y="276225"/>
                </a:lnTo>
              </a:path>
            </a:pathLst>
          </a:custGeom>
          <a:noFill/>
          <a:ln w="635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 rot="20099967">
            <a:off x="7100168" y="2022611"/>
            <a:ext cx="1132041" cy="430887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sz="1100" dirty="0"/>
              <a:t>ANALOG </a:t>
            </a:r>
            <a:r>
              <a:rPr lang="en-US" sz="1100" dirty="0" smtClean="0"/>
              <a:t>AUDIO </a:t>
            </a:r>
          </a:p>
          <a:p>
            <a:pPr algn="ctr"/>
            <a:r>
              <a:rPr lang="en-US" sz="1100" dirty="0" smtClean="0"/>
              <a:t>FROM DAC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5323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215</Words>
  <Application>Microsoft Office PowerPoint</Application>
  <PresentationFormat>Widescreen</PresentationFormat>
  <Paragraphs>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tennesse.titans99@gmail.com</dc:creator>
  <cp:lastModifiedBy>tennesse.titans99@gmail.com</cp:lastModifiedBy>
  <cp:revision>33</cp:revision>
  <dcterms:created xsi:type="dcterms:W3CDTF">2024-11-13T01:41:29Z</dcterms:created>
  <dcterms:modified xsi:type="dcterms:W3CDTF">2026-01-30T00:53:08Z</dcterms:modified>
</cp:coreProperties>
</file>